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diagrams/layout1.xml" ContentType="application/vnd.openxmlformats-officedocument.drawingml.diagramLayout+xml"/>
  <Override PartName="/ppt/diagrams/data1.xml" ContentType="application/vnd.openxmlformats-officedocument.drawingml.diagramData+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slides/slide23.xml" ContentType="application/vnd.openxmlformats-officedocument.presentationml.slide+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slides/slide24.xml" ContentType="application/vnd.openxmlformats-officedocument.presentationml.slide+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slides/slide25.xml" ContentType="application/vnd.openxmlformats-officedocument.presentationml.slide+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slides/slide26.xml" ContentType="application/vnd.openxmlformats-officedocument.presentationml.slide+xml"/>
  <Override PartName="/ppt/ink/ink140.xml" ContentType="application/inkml+xml"/>
  <Override PartName="/ppt/ink/ink141.xml" ContentType="application/inkml+xml"/>
  <Override PartName="/ppt/slides/slide27.xml" ContentType="application/vnd.openxmlformats-officedocument.presentationml.slide+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slides/slide28.xml" ContentType="application/vnd.openxmlformats-officedocument.presentationml.slide+xml"/>
  <Override PartName="/ppt/slides/slide29.xml" ContentType="application/vnd.openxmlformats-officedocument.presentationml.slide+xml"/>
  <Override PartName="/ppt/ink/ink158.xml" ContentType="application/inkml+xml"/>
  <Override PartName="/ppt/ink/ink159.xml" ContentType="application/inkml+xml"/>
  <Override PartName="/ppt/ink/ink160.xml" ContentType="application/inkml+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ink/ink161.xml" ContentType="application/inkml+xml"/>
  <Override PartName="/ppt/ink/ink162.xml" ContentType="application/inkml+xml"/>
  <Override PartName="/ppt/ink/ink163.xml" ContentType="application/inkml+xml"/>
  <Override PartName="/ppt/slides/slide33.xml" ContentType="application/vnd.openxmlformats-officedocument.presentationml.slide+xml"/>
  <Override PartName="/ppt/notesSlides/notesSlide1.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Slides/notesSlide3.xml" ContentType="application/vnd.openxmlformats-officedocument.presentationml.notes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Lst>
  <p:sldSz type="screen4x3" cy="6858000" cx="9144000"/>
  <p:notesSz cx="6858000" cy="9144000"/>
  <p:defaultTextStyle>
    <a:defPPr>
      <a:defRPr lang="zh-CN"/>
    </a:defPPr>
    <a:lvl1pPr algn="l" defTabSz="914400" eaLnBrk="0" fontAlgn="base" hangingPunct="0" indent="0" latinLnBrk="0" lvl="0" marL="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1pPr>
    <a:lvl2pPr algn="l" defTabSz="914400" eaLnBrk="0" fontAlgn="base" hangingPunct="0" indent="0" latinLnBrk="0" lvl="1" marL="4572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2pPr>
    <a:lvl3pPr algn="l" defTabSz="914400" eaLnBrk="0" fontAlgn="base" hangingPunct="0" indent="0" latinLnBrk="0" lvl="2" marL="9144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3pPr>
    <a:lvl4pPr algn="l" defTabSz="914400" eaLnBrk="0" fontAlgn="base" hangingPunct="0" indent="0" latinLnBrk="0" lvl="3" marL="13716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4pPr>
    <a:lvl5pPr algn="l" defTabSz="914400" eaLnBrk="0" fontAlgn="base" hangingPunct="0" indent="0" latinLnBrk="0" lvl="4" marL="18288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5pPr>
    <a:lvl6pPr algn="l" defTabSz="914400" eaLnBrk="0" fontAlgn="base" hangingPunct="0" indent="0" latinLnBrk="0" lvl="5" marL="22860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6pPr>
    <a:lvl7pPr algn="l" defTabSz="914400" eaLnBrk="0" fontAlgn="base" hangingPunct="0" indent="0" latinLnBrk="0" lvl="6" marL="27432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7pPr>
    <a:lvl8pPr algn="l" defTabSz="914400" eaLnBrk="0" fontAlgn="base" hangingPunct="0" indent="0" latinLnBrk="0" lvl="7" marL="32004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8pPr>
    <a:lvl9pPr algn="l" defTabSz="914400" eaLnBrk="0" fontAlgn="base" hangingPunct="0" indent="0" latinLnBrk="0" lvl="8" marL="3657600" rtl="0">
      <a:lnSpc>
        <a:spcPct val="100000"/>
      </a:lnSpc>
      <a:spcBef>
        <a:spcPct val="0"/>
      </a:spcBef>
      <a:spcAft>
        <a:spcPct val="0"/>
      </a:spcAft>
      <a:buNone/>
      <a:defRPr baseline="0" b="0" i="0" kern="1200" u="none">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990033"/>
    <a:srgbClr val="FF0000"/>
    <a:srgbClr val="F78F6F"/>
    <a:srgbClr val="6600CC"/>
    <a:srgbClr val="0033CC"/>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0">
    <p:restoredLeft sz="11707"/>
    <p:restoredTop sz="93768"/>
  </p:normalViewPr>
  <p:slideViewPr>
    <p:cSldViewPr showGuides="1">
      <p:cViewPr varScale="1">
        <p:scale>
          <a:sx n="60" d="100"/>
          <a:sy n="60" d="100"/>
        </p:scale>
        <p:origin x="1542"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tableStyles" Target="tableStyles.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C699894-D675-44F3-B719-BC2863D41795}"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zh-CN" altLang="en-US"/>
        </a:p>
      </dgm:t>
    </dgm:pt>
    <dgm:pt modelId="{116F51D6-C861-4971-ABAD-8ACC98684564}">
      <dgm:prSet custT="1"/>
      <dgm:spPr/>
      <dgm:t>
        <a:bodyPr/>
        <a:lstStyle/>
        <a:p>
          <a:pPr rtl="0"/>
          <a:endParaRPr lang="zh-CN" sz="2000" dirty="0"/>
        </a:p>
      </dgm:t>
    </dgm:pt>
    <dgm:pt modelId="{8ED96511-7EDE-44A5-8CC6-05E66238BA45}" cxnId="{6035208F-9A18-438D-AAF6-B1B9B3968358}" type="parTrans">
      <dgm:prSet/>
      <dgm:spPr/>
      <dgm:t>
        <a:bodyPr/>
        <a:lstStyle/>
        <a:p>
          <a:endParaRPr lang="zh-CN" altLang="en-US"/>
        </a:p>
      </dgm:t>
    </dgm:pt>
    <dgm:pt modelId="{BFCC88F3-71A5-4ED6-995E-BEB88B1D126E}" cxnId="{6035208F-9A18-438D-AAF6-B1B9B3968358}" type="sibTrans">
      <dgm:prSet/>
      <dgm:spPr/>
      <dgm:t>
        <a:bodyPr/>
        <a:lstStyle/>
        <a:p>
          <a:endParaRPr lang="zh-CN" altLang="en-US"/>
        </a:p>
      </dgm:t>
    </dgm:pt>
    <dgm:pt modelId="{B98396D6-9557-4FE4-A1CC-EA9B07C750AC}">
      <dgm:prSet custT="1"/>
      <dgm:spPr/>
      <dgm:t>
        <a:bodyPr/>
        <a:lstStyle/>
        <a:p>
          <a:pPr rtl="0"/>
          <a:endParaRPr lang="zh-CN" sz="2000" dirty="0"/>
        </a:p>
      </dgm:t>
    </dgm:pt>
    <dgm:pt modelId="{F7F56C39-D25F-4508-B24A-DE04FF9C5AC1}" cxnId="{4F11A467-A3A6-49F3-AE24-339EB4CDE123}" type="parTrans">
      <dgm:prSet/>
      <dgm:spPr/>
      <dgm:t>
        <a:bodyPr/>
        <a:lstStyle/>
        <a:p>
          <a:endParaRPr lang="zh-CN" altLang="en-US"/>
        </a:p>
      </dgm:t>
    </dgm:pt>
    <dgm:pt modelId="{2E0E78A2-C305-45C7-9C8C-DBA6E011BED1}" cxnId="{4F11A467-A3A6-49F3-AE24-339EB4CDE123}" type="sibTrans">
      <dgm:prSet/>
      <dgm:spPr/>
      <dgm:t>
        <a:bodyPr/>
        <a:lstStyle/>
        <a:p>
          <a:endParaRPr lang="zh-CN" altLang="en-US"/>
        </a:p>
      </dgm:t>
    </dgm:pt>
    <dgm:pt modelId="{348AAAED-0BDF-4DA3-8DEC-1CC9A62136D3}">
      <dgm:prSet custT="1"/>
      <dgm:spPr/>
      <dgm:t>
        <a:bodyPr/>
        <a:lstStyle/>
        <a:p>
          <a:pPr rtl="0"/>
          <a:endParaRPr lang="zh-CN" sz="2000" dirty="0"/>
        </a:p>
      </dgm:t>
    </dgm:pt>
    <dgm:pt modelId="{1B27AF49-DFD0-49E5-BAC9-739CC55233E4}" cxnId="{3B11AFA9-A93E-4934-B592-70AA068CE2DD}" type="parTrans">
      <dgm:prSet/>
      <dgm:spPr/>
      <dgm:t>
        <a:bodyPr/>
        <a:lstStyle/>
        <a:p>
          <a:endParaRPr lang="zh-CN" altLang="en-US"/>
        </a:p>
      </dgm:t>
    </dgm:pt>
    <dgm:pt modelId="{8729CE6D-9E6E-4F53-8914-46681F7EBF7F}" cxnId="{3B11AFA9-A93E-4934-B592-70AA068CE2DD}" type="sibTrans">
      <dgm:prSet/>
      <dgm:spPr/>
      <dgm:t>
        <a:bodyPr/>
        <a:lstStyle/>
        <a:p>
          <a:endParaRPr lang="zh-CN" altLang="en-US"/>
        </a:p>
      </dgm:t>
    </dgm:pt>
    <dgm:pt modelId="{D54EC73B-9061-488C-8AB8-5D69BEC89A60}">
      <dgm:prSet custT="1"/>
      <dgm:spPr/>
      <dgm:t>
        <a:bodyPr/>
        <a:lstStyle/>
        <a:p>
          <a:pPr rtl="0"/>
          <a:endParaRPr lang="zh-CN" altLang="en-US" sz="1500" dirty="0"/>
        </a:p>
      </dgm:t>
    </dgm:pt>
    <dgm:pt modelId="{E009978D-70A0-4E25-AA6E-65094ED69877}" cxnId="{E7ECD5C7-1919-4FAE-869D-9545F4FD08DC}" type="sibTrans">
      <dgm:prSet/>
      <dgm:spPr/>
      <dgm:t>
        <a:bodyPr/>
        <a:lstStyle/>
        <a:p>
          <a:endParaRPr lang="zh-CN" altLang="en-US"/>
        </a:p>
      </dgm:t>
    </dgm:pt>
    <dgm:pt modelId="{FEF48ACB-3FB3-4EA0-B30F-2BC7EFB598F7}" cxnId="{E7ECD5C7-1919-4FAE-869D-9545F4FD08DC}" type="parTrans">
      <dgm:prSet/>
      <dgm:spPr/>
      <dgm:t>
        <a:bodyPr/>
        <a:lstStyle/>
        <a:p>
          <a:endParaRPr lang="zh-CN" altLang="en-US"/>
        </a:p>
      </dgm:t>
    </dgm:pt>
    <dgm:pt modelId="{0F83914E-B0A6-4173-9E30-24DD2714B46D}" type="pres">
      <dgm:prSet presAssocID="{0C699894-D675-44F3-B719-BC2863D41795}" presName="Name0" presStyleCnt="0">
        <dgm:presLayoutVars>
          <dgm:dir/>
          <dgm:resizeHandles val="exact"/>
        </dgm:presLayoutVars>
      </dgm:prSet>
      <dgm:spPr/>
    </dgm:pt>
    <dgm:pt modelId="{15722FE9-FB93-49EB-AB99-81D440EB0AD3}" type="pres">
      <dgm:prSet presAssocID="{0C699894-D675-44F3-B719-BC2863D41795}" presName="arrow" presStyleLbl="bgShp" presStyleIdx="0" presStyleCnt="1" custScaleY="80901" custLinFactNeighborY="2189"/>
      <dgm:spPr>
        <a:solidFill>
          <a:srgbClr val="92D050"/>
        </a:solidFill>
      </dgm:spPr>
    </dgm:pt>
    <dgm:pt modelId="{0B060D08-58AB-4C3C-BBF5-62F1B6993B45}" type="pres">
      <dgm:prSet presAssocID="{0C699894-D675-44F3-B719-BC2863D41795}" presName="points" presStyleCnt="0"/>
      <dgm:spPr/>
    </dgm:pt>
    <dgm:pt modelId="{D10544D8-3F32-4BC3-A077-8C39D193C80B}" type="pres">
      <dgm:prSet presAssocID="{116F51D6-C861-4971-ABAD-8ACC98684564}" presName="compositeA" presStyleCnt="0"/>
      <dgm:spPr/>
    </dgm:pt>
    <dgm:pt modelId="{A5305D0F-BE2A-470B-ABD2-2EBE8BBAF365}" type="pres">
      <dgm:prSet presAssocID="{116F51D6-C861-4971-ABAD-8ACC98684564}" presName="textA" presStyleLbl="revTx" presStyleIdx="0" presStyleCnt="4">
        <dgm:presLayoutVars>
          <dgm:bulletEnabled val="1"/>
        </dgm:presLayoutVars>
      </dgm:prSet>
      <dgm:spPr/>
    </dgm:pt>
    <dgm:pt modelId="{D4C75B08-17C8-49FF-8819-A43D3FEB4BCA}" type="pres">
      <dgm:prSet presAssocID="{116F51D6-C861-4971-ABAD-8ACC98684564}" presName="circleA" presStyleLbl="node1" presStyleIdx="0" presStyleCnt="4"/>
      <dgm:spPr>
        <a:solidFill>
          <a:schemeClr val="accent1">
            <a:lumMod val="40000"/>
            <a:lumOff val="60000"/>
          </a:schemeClr>
        </a:solidFill>
      </dgm:spPr>
    </dgm:pt>
    <dgm:pt modelId="{A8740AEE-00A2-4638-A365-47219D5E9414}" type="pres">
      <dgm:prSet presAssocID="{116F51D6-C861-4971-ABAD-8ACC98684564}" presName="spaceA" presStyleCnt="0"/>
      <dgm:spPr/>
    </dgm:pt>
    <dgm:pt modelId="{2FF54795-2EAD-4F9D-9C2B-29118A3A114C}" type="pres">
      <dgm:prSet presAssocID="{BFCC88F3-71A5-4ED6-995E-BEB88B1D126E}" presName="space" presStyleCnt="0"/>
      <dgm:spPr/>
    </dgm:pt>
    <dgm:pt modelId="{D4DB1D85-5495-44A8-B877-B97F0B5094C2}" type="pres">
      <dgm:prSet presAssocID="{D54EC73B-9061-488C-8AB8-5D69BEC89A60}" presName="compositeB" presStyleCnt="0"/>
      <dgm:spPr/>
    </dgm:pt>
    <dgm:pt modelId="{F393830B-F4BC-4D76-BCE1-3D63BF2BE838}" type="pres">
      <dgm:prSet presAssocID="{D54EC73B-9061-488C-8AB8-5D69BEC89A60}" presName="textB" presStyleLbl="revTx" presStyleIdx="1" presStyleCnt="4" custScaleY="84130" custLinFactNeighborX="-836" custLinFactNeighborY="-14229">
        <dgm:presLayoutVars>
          <dgm:bulletEnabled val="1"/>
        </dgm:presLayoutVars>
      </dgm:prSet>
      <dgm:spPr/>
    </dgm:pt>
    <dgm:pt modelId="{D19FEE5E-1856-44CB-9492-916DF74BA682}" type="pres">
      <dgm:prSet presAssocID="{D54EC73B-9061-488C-8AB8-5D69BEC89A60}" presName="circleB" presStyleLbl="node1" presStyleIdx="1" presStyleCnt="4"/>
      <dgm:spPr>
        <a:solidFill>
          <a:schemeClr val="accent1">
            <a:lumMod val="60000"/>
            <a:lumOff val="40000"/>
          </a:schemeClr>
        </a:solidFill>
      </dgm:spPr>
    </dgm:pt>
    <dgm:pt modelId="{B756DBD6-218F-42EB-AC81-E044D538CD94}" type="pres">
      <dgm:prSet presAssocID="{D54EC73B-9061-488C-8AB8-5D69BEC89A60}" presName="spaceB" presStyleCnt="0"/>
      <dgm:spPr/>
    </dgm:pt>
    <dgm:pt modelId="{6DE19FC8-FFD8-45BB-859F-7C096D773AD1}" type="pres">
      <dgm:prSet presAssocID="{E009978D-70A0-4E25-AA6E-65094ED69877}" presName="space" presStyleCnt="0"/>
      <dgm:spPr/>
    </dgm:pt>
    <dgm:pt modelId="{2AB21F60-0F55-40BF-A071-FB9CFA95F490}" type="pres">
      <dgm:prSet presAssocID="{B98396D6-9557-4FE4-A1CC-EA9B07C750AC}" presName="compositeA" presStyleCnt="0"/>
      <dgm:spPr/>
    </dgm:pt>
    <dgm:pt modelId="{776DADB0-DA76-413E-BAA3-2DFA7BF29BFB}" type="pres">
      <dgm:prSet presAssocID="{B98396D6-9557-4FE4-A1CC-EA9B07C750AC}" presName="textA" presStyleLbl="revTx" presStyleIdx="2" presStyleCnt="4">
        <dgm:presLayoutVars>
          <dgm:bulletEnabled val="1"/>
        </dgm:presLayoutVars>
      </dgm:prSet>
      <dgm:spPr/>
    </dgm:pt>
    <dgm:pt modelId="{EB55C6F2-880E-4D28-AB7F-743473449C4C}" type="pres">
      <dgm:prSet presAssocID="{B98396D6-9557-4FE4-A1CC-EA9B07C750AC}" presName="circleA" presStyleLbl="node1" presStyleIdx="2" presStyleCnt="4"/>
      <dgm:spPr/>
    </dgm:pt>
    <dgm:pt modelId="{E2A3CFBF-6773-44D6-89C2-E9F7C3B444C2}" type="pres">
      <dgm:prSet presAssocID="{B98396D6-9557-4FE4-A1CC-EA9B07C750AC}" presName="spaceA" presStyleCnt="0"/>
      <dgm:spPr/>
    </dgm:pt>
    <dgm:pt modelId="{67FB3AB3-4839-4DCE-93D6-CCBBF10858EA}" type="pres">
      <dgm:prSet presAssocID="{2E0E78A2-C305-45C7-9C8C-DBA6E011BED1}" presName="space" presStyleCnt="0"/>
      <dgm:spPr/>
    </dgm:pt>
    <dgm:pt modelId="{B1C7AE70-5E48-40EE-93F6-26E0B82DE8CC}" type="pres">
      <dgm:prSet presAssocID="{348AAAED-0BDF-4DA3-8DEC-1CC9A62136D3}" presName="compositeB" presStyleCnt="0"/>
      <dgm:spPr/>
    </dgm:pt>
    <dgm:pt modelId="{30838E3F-47FA-45B0-86A4-98DF626ECD99}" type="pres">
      <dgm:prSet presAssocID="{348AAAED-0BDF-4DA3-8DEC-1CC9A62136D3}" presName="textB" presStyleLbl="revTx" presStyleIdx="3" presStyleCnt="4">
        <dgm:presLayoutVars>
          <dgm:bulletEnabled val="1"/>
        </dgm:presLayoutVars>
      </dgm:prSet>
      <dgm:spPr/>
    </dgm:pt>
    <dgm:pt modelId="{BF0C695D-B79E-42B4-B55D-D0D5C8D36169}" type="pres">
      <dgm:prSet presAssocID="{348AAAED-0BDF-4DA3-8DEC-1CC9A62136D3}" presName="circleB" presStyleLbl="node1" presStyleIdx="3" presStyleCnt="4"/>
      <dgm:spPr>
        <a:solidFill>
          <a:srgbClr val="0070C0"/>
        </a:solidFill>
      </dgm:spPr>
    </dgm:pt>
    <dgm:pt modelId="{66FCAB8B-0ADE-43E3-AFCF-6F8122FF0392}" type="pres">
      <dgm:prSet presAssocID="{348AAAED-0BDF-4DA3-8DEC-1CC9A62136D3}" presName="spaceB" presStyleCnt="0"/>
      <dgm:spPr/>
    </dgm:pt>
  </dgm:ptLst>
  <dgm:cxnLst>
    <dgm:cxn modelId="{FA0D200F-1C8D-409C-BF3B-F104040A6B63}" type="presOf" srcId="{B98396D6-9557-4FE4-A1CC-EA9B07C750AC}" destId="{776DADB0-DA76-413E-BAA3-2DFA7BF29BFB}" srcOrd="0" destOrd="0" presId="urn:microsoft.com/office/officeart/2005/8/layout/hProcess11"/>
    <dgm:cxn modelId="{554EAE26-81D6-4672-8D23-293FB6A7EEAD}" type="presOf" srcId="{116F51D6-C861-4971-ABAD-8ACC98684564}" destId="{A5305D0F-BE2A-470B-ABD2-2EBE8BBAF365}" srcOrd="0" destOrd="0" presId="urn:microsoft.com/office/officeart/2005/8/layout/hProcess11"/>
    <dgm:cxn modelId="{4F11A467-A3A6-49F3-AE24-339EB4CDE123}" srcId="{0C699894-D675-44F3-B719-BC2863D41795}" destId="{B98396D6-9557-4FE4-A1CC-EA9B07C750AC}" srcOrd="2" destOrd="0" parTransId="{F7F56C39-D25F-4508-B24A-DE04FF9C5AC1}" sibTransId="{2E0E78A2-C305-45C7-9C8C-DBA6E011BED1}"/>
    <dgm:cxn modelId="{6035208F-9A18-438D-AAF6-B1B9B3968358}" srcId="{0C699894-D675-44F3-B719-BC2863D41795}" destId="{116F51D6-C861-4971-ABAD-8ACC98684564}" srcOrd="0" destOrd="0" parTransId="{8ED96511-7EDE-44A5-8CC6-05E66238BA45}" sibTransId="{BFCC88F3-71A5-4ED6-995E-BEB88B1D126E}"/>
    <dgm:cxn modelId="{DA173C91-6A49-4AF0-BB57-AF904CF993A2}" type="presOf" srcId="{D54EC73B-9061-488C-8AB8-5D69BEC89A60}" destId="{F393830B-F4BC-4D76-BCE1-3D63BF2BE838}" srcOrd="0" destOrd="0" presId="urn:microsoft.com/office/officeart/2005/8/layout/hProcess11"/>
    <dgm:cxn modelId="{3B11AFA9-A93E-4934-B592-70AA068CE2DD}" srcId="{0C699894-D675-44F3-B719-BC2863D41795}" destId="{348AAAED-0BDF-4DA3-8DEC-1CC9A62136D3}" srcOrd="3" destOrd="0" parTransId="{1B27AF49-DFD0-49E5-BAC9-739CC55233E4}" sibTransId="{8729CE6D-9E6E-4F53-8914-46681F7EBF7F}"/>
    <dgm:cxn modelId="{E7ECD5C7-1919-4FAE-869D-9545F4FD08DC}" srcId="{0C699894-D675-44F3-B719-BC2863D41795}" destId="{D54EC73B-9061-488C-8AB8-5D69BEC89A60}" srcOrd="1" destOrd="0" parTransId="{FEF48ACB-3FB3-4EA0-B30F-2BC7EFB598F7}" sibTransId="{E009978D-70A0-4E25-AA6E-65094ED69877}"/>
    <dgm:cxn modelId="{CA5BC9CC-5C39-48C3-AA91-201C350F9540}" type="presOf" srcId="{348AAAED-0BDF-4DA3-8DEC-1CC9A62136D3}" destId="{30838E3F-47FA-45B0-86A4-98DF626ECD99}" srcOrd="0" destOrd="0" presId="urn:microsoft.com/office/officeart/2005/8/layout/hProcess11"/>
    <dgm:cxn modelId="{7B3031DA-45B1-4CDC-8B2B-C2709AD08B3C}" type="presOf" srcId="{0C699894-D675-44F3-B719-BC2863D41795}" destId="{0F83914E-B0A6-4173-9E30-24DD2714B46D}" srcOrd="0" destOrd="0" presId="urn:microsoft.com/office/officeart/2005/8/layout/hProcess11"/>
    <dgm:cxn modelId="{D67E4FD3-C1E2-40D0-BFC2-51780DD29068}" type="presParOf" srcId="{0F83914E-B0A6-4173-9E30-24DD2714B46D}" destId="{15722FE9-FB93-49EB-AB99-81D440EB0AD3}" srcOrd="0" destOrd="0" presId="urn:microsoft.com/office/officeart/2005/8/layout/hProcess11"/>
    <dgm:cxn modelId="{2C6E7D27-AED6-4566-8C2D-0771EFC50F93}" type="presParOf" srcId="{0F83914E-B0A6-4173-9E30-24DD2714B46D}" destId="{0B060D08-58AB-4C3C-BBF5-62F1B6993B45}" srcOrd="1" destOrd="0" presId="urn:microsoft.com/office/officeart/2005/8/layout/hProcess11"/>
    <dgm:cxn modelId="{354A1EEB-3879-4580-9D5C-AE11164AE954}" type="presParOf" srcId="{0B060D08-58AB-4C3C-BBF5-62F1B6993B45}" destId="{D10544D8-3F32-4BC3-A077-8C39D193C80B}" srcOrd="0" destOrd="0" presId="urn:microsoft.com/office/officeart/2005/8/layout/hProcess11"/>
    <dgm:cxn modelId="{3D76BF67-0C7C-4AF9-B6E9-FEBD4314A91D}" type="presParOf" srcId="{D10544D8-3F32-4BC3-A077-8C39D193C80B}" destId="{A5305D0F-BE2A-470B-ABD2-2EBE8BBAF365}" srcOrd="0" destOrd="0" presId="urn:microsoft.com/office/officeart/2005/8/layout/hProcess11"/>
    <dgm:cxn modelId="{EE8E555E-0F9B-4726-97F7-FAD580A49207}" type="presParOf" srcId="{D10544D8-3F32-4BC3-A077-8C39D193C80B}" destId="{D4C75B08-17C8-49FF-8819-A43D3FEB4BCA}" srcOrd="1" destOrd="0" presId="urn:microsoft.com/office/officeart/2005/8/layout/hProcess11"/>
    <dgm:cxn modelId="{4551AE2C-4E61-48E0-B248-FC3A234CA98B}" type="presParOf" srcId="{D10544D8-3F32-4BC3-A077-8C39D193C80B}" destId="{A8740AEE-00A2-4638-A365-47219D5E9414}" srcOrd="2" destOrd="0" presId="urn:microsoft.com/office/officeart/2005/8/layout/hProcess11"/>
    <dgm:cxn modelId="{45C05BA4-E54A-47F0-8DF0-7964C1DC2AC9}" type="presParOf" srcId="{0B060D08-58AB-4C3C-BBF5-62F1B6993B45}" destId="{2FF54795-2EAD-4F9D-9C2B-29118A3A114C}" srcOrd="1" destOrd="0" presId="urn:microsoft.com/office/officeart/2005/8/layout/hProcess11"/>
    <dgm:cxn modelId="{2605188D-5605-49C8-B6EC-F1E1D0D6FD4C}" type="presParOf" srcId="{0B060D08-58AB-4C3C-BBF5-62F1B6993B45}" destId="{D4DB1D85-5495-44A8-B877-B97F0B5094C2}" srcOrd="2" destOrd="0" presId="urn:microsoft.com/office/officeart/2005/8/layout/hProcess11"/>
    <dgm:cxn modelId="{283B0E1F-D06D-4569-AB15-F4D5652E7661}" type="presParOf" srcId="{D4DB1D85-5495-44A8-B877-B97F0B5094C2}" destId="{F393830B-F4BC-4D76-BCE1-3D63BF2BE838}" srcOrd="0" destOrd="0" presId="urn:microsoft.com/office/officeart/2005/8/layout/hProcess11"/>
    <dgm:cxn modelId="{99CCADF2-BFEE-41F7-B65A-D82318FBA15B}" type="presParOf" srcId="{D4DB1D85-5495-44A8-B877-B97F0B5094C2}" destId="{D19FEE5E-1856-44CB-9492-916DF74BA682}" srcOrd="1" destOrd="0" presId="urn:microsoft.com/office/officeart/2005/8/layout/hProcess11"/>
    <dgm:cxn modelId="{BE37765A-0129-4CB7-8CFD-9C9FFFCB62DE}" type="presParOf" srcId="{D4DB1D85-5495-44A8-B877-B97F0B5094C2}" destId="{B756DBD6-218F-42EB-AC81-E044D538CD94}" srcOrd="2" destOrd="0" presId="urn:microsoft.com/office/officeart/2005/8/layout/hProcess11"/>
    <dgm:cxn modelId="{81BF878C-B300-4D16-BB6F-0BBD62F7036F}" type="presParOf" srcId="{0B060D08-58AB-4C3C-BBF5-62F1B6993B45}" destId="{6DE19FC8-FFD8-45BB-859F-7C096D773AD1}" srcOrd="3" destOrd="0" presId="urn:microsoft.com/office/officeart/2005/8/layout/hProcess11"/>
    <dgm:cxn modelId="{FEFD6E7E-BE5A-4ED8-88CD-95ED64A0B6A6}" type="presParOf" srcId="{0B060D08-58AB-4C3C-BBF5-62F1B6993B45}" destId="{2AB21F60-0F55-40BF-A071-FB9CFA95F490}" srcOrd="4" destOrd="0" presId="urn:microsoft.com/office/officeart/2005/8/layout/hProcess11"/>
    <dgm:cxn modelId="{B9A6309A-5553-49DA-9270-3D99D632B2A5}" type="presParOf" srcId="{2AB21F60-0F55-40BF-A071-FB9CFA95F490}" destId="{776DADB0-DA76-413E-BAA3-2DFA7BF29BFB}" srcOrd="0" destOrd="0" presId="urn:microsoft.com/office/officeart/2005/8/layout/hProcess11"/>
    <dgm:cxn modelId="{9C58B546-A37C-4ACA-A1BC-5E6A917C21F0}" type="presParOf" srcId="{2AB21F60-0F55-40BF-A071-FB9CFA95F490}" destId="{EB55C6F2-880E-4D28-AB7F-743473449C4C}" srcOrd="1" destOrd="0" presId="urn:microsoft.com/office/officeart/2005/8/layout/hProcess11"/>
    <dgm:cxn modelId="{5D8C6452-69DB-4EE5-BACE-08A996CC9FB4}" type="presParOf" srcId="{2AB21F60-0F55-40BF-A071-FB9CFA95F490}" destId="{E2A3CFBF-6773-44D6-89C2-E9F7C3B444C2}" srcOrd="2" destOrd="0" presId="urn:microsoft.com/office/officeart/2005/8/layout/hProcess11"/>
    <dgm:cxn modelId="{C576E07B-B00F-4A05-AF25-EFFB46DDE799}" type="presParOf" srcId="{0B060D08-58AB-4C3C-BBF5-62F1B6993B45}" destId="{67FB3AB3-4839-4DCE-93D6-CCBBF10858EA}" srcOrd="5" destOrd="0" presId="urn:microsoft.com/office/officeart/2005/8/layout/hProcess11"/>
    <dgm:cxn modelId="{718659CD-95AE-47A8-B797-BDFC6F59EAFA}" type="presParOf" srcId="{0B060D08-58AB-4C3C-BBF5-62F1B6993B45}" destId="{B1C7AE70-5E48-40EE-93F6-26E0B82DE8CC}" srcOrd="6" destOrd="0" presId="urn:microsoft.com/office/officeart/2005/8/layout/hProcess11"/>
    <dgm:cxn modelId="{C2730D09-9E92-41D1-AAA9-6BF729A6B392}" type="presParOf" srcId="{B1C7AE70-5E48-40EE-93F6-26E0B82DE8CC}" destId="{30838E3F-47FA-45B0-86A4-98DF626ECD99}" srcOrd="0" destOrd="0" presId="urn:microsoft.com/office/officeart/2005/8/layout/hProcess11"/>
    <dgm:cxn modelId="{73746D49-0DF4-42BB-8941-8235D4ED876B}" type="presParOf" srcId="{B1C7AE70-5E48-40EE-93F6-26E0B82DE8CC}" destId="{BF0C695D-B79E-42B4-B55D-D0D5C8D36169}" srcOrd="1" destOrd="0" presId="urn:microsoft.com/office/officeart/2005/8/layout/hProcess11"/>
    <dgm:cxn modelId="{D4A6123A-1838-4BAD-A743-F95E985E56F4}" type="presParOf" srcId="{B1C7AE70-5E48-40EE-93F6-26E0B82DE8CC}" destId="{66FCAB8B-0ADE-43E3-AFCF-6F8122FF0392}" srcOrd="2" destOrd="0" presId="urn:microsoft.com/office/officeart/2005/8/layout/hProcess11"/>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722FE9-FB93-49EB-AB99-81D440EB0AD3}">
      <dsp:nvSpPr>
        <dsp:cNvPr id="0" name=""/>
        <dsp:cNvSpPr/>
      </dsp:nvSpPr>
      <dsp:spPr>
        <a:xfrm>
          <a:off x="0" y="1132285"/>
          <a:ext cx="7886700" cy="1056082"/>
        </a:xfrm>
        <a:prstGeom prst="notchedRightArrow">
          <a:avLst/>
        </a:prstGeom>
        <a:solidFill>
          <a:srgbClr val="92D050"/>
        </a:solidFill>
        <a:ln>
          <a:noFill/>
        </a:ln>
        <a:effectLst/>
      </dsp:spPr>
      <dsp:style>
        <a:lnRef idx="0">
          <a:scrgbClr r="0" g="0" b="0"/>
        </a:lnRef>
        <a:fillRef idx="1">
          <a:scrgbClr r="0" g="0" b="0"/>
        </a:fillRef>
        <a:effectRef idx="0">
          <a:scrgbClr r="0" g="0" b="0"/>
        </a:effectRef>
        <a:fontRef idx="minor"/>
      </dsp:style>
    </dsp:sp>
    <dsp:sp modelId="{A5305D0F-BE2A-470B-ABD2-2EBE8BBAF365}">
      <dsp:nvSpPr>
        <dsp:cNvPr id="0" name=""/>
        <dsp:cNvSpPr/>
      </dsp:nvSpPr>
      <dsp:spPr>
        <a:xfrm>
          <a:off x="3552" y="0"/>
          <a:ext cx="1708656"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rtl="0">
            <a:lnSpc>
              <a:spcPct val="90000"/>
            </a:lnSpc>
            <a:spcBef>
              <a:spcPct val="0"/>
            </a:spcBef>
            <a:spcAft>
              <a:spcPct val="35000"/>
            </a:spcAft>
            <a:buNone/>
          </a:pPr>
          <a:endParaRPr lang="zh-CN" sz="2000" kern="1200" dirty="0"/>
        </a:p>
      </dsp:txBody>
      <dsp:txXfrm>
        <a:off x="3552" y="0"/>
        <a:ext cx="1708656" cy="1305401"/>
      </dsp:txXfrm>
    </dsp:sp>
    <dsp:sp modelId="{D4C75B08-17C8-49FF-8819-A43D3FEB4BCA}">
      <dsp:nvSpPr>
        <dsp:cNvPr id="0" name=""/>
        <dsp:cNvSpPr/>
      </dsp:nvSpPr>
      <dsp:spPr>
        <a:xfrm>
          <a:off x="694705" y="1468576"/>
          <a:ext cx="326350" cy="326350"/>
        </a:xfrm>
        <a:prstGeom prst="ellipse">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93830B-F4BC-4D76-BCE1-3D63BF2BE838}">
      <dsp:nvSpPr>
        <dsp:cNvPr id="0" name=""/>
        <dsp:cNvSpPr/>
      </dsp:nvSpPr>
      <dsp:spPr>
        <a:xfrm>
          <a:off x="1783357" y="1927732"/>
          <a:ext cx="1708656" cy="1098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rtl="0">
            <a:lnSpc>
              <a:spcPct val="90000"/>
            </a:lnSpc>
            <a:spcBef>
              <a:spcPct val="0"/>
            </a:spcBef>
            <a:spcAft>
              <a:spcPct val="35000"/>
            </a:spcAft>
            <a:buNone/>
          </a:pPr>
          <a:endParaRPr lang="zh-CN" altLang="en-US" sz="1500" kern="1200" dirty="0"/>
        </a:p>
      </dsp:txBody>
      <dsp:txXfrm>
        <a:off x="1783357" y="1927732"/>
        <a:ext cx="1708656" cy="1098234"/>
      </dsp:txXfrm>
    </dsp:sp>
    <dsp:sp modelId="{D19FEE5E-1856-44CB-9492-916DF74BA682}">
      <dsp:nvSpPr>
        <dsp:cNvPr id="0" name=""/>
        <dsp:cNvSpPr/>
      </dsp:nvSpPr>
      <dsp:spPr>
        <a:xfrm>
          <a:off x="2488795" y="1520368"/>
          <a:ext cx="326350" cy="326350"/>
        </a:xfrm>
        <a:prstGeom prst="ellipse">
          <a:avLst/>
        </a:prstGeom>
        <a:solidFill>
          <a:schemeClr val="accent1">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6DADB0-DA76-413E-BAA3-2DFA7BF29BFB}">
      <dsp:nvSpPr>
        <dsp:cNvPr id="0" name=""/>
        <dsp:cNvSpPr/>
      </dsp:nvSpPr>
      <dsp:spPr>
        <a:xfrm>
          <a:off x="3591731" y="0"/>
          <a:ext cx="1708656"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rtl="0">
            <a:lnSpc>
              <a:spcPct val="90000"/>
            </a:lnSpc>
            <a:spcBef>
              <a:spcPct val="0"/>
            </a:spcBef>
            <a:spcAft>
              <a:spcPct val="35000"/>
            </a:spcAft>
            <a:buNone/>
          </a:pPr>
          <a:endParaRPr lang="zh-CN" sz="2000" kern="1200" dirty="0"/>
        </a:p>
      </dsp:txBody>
      <dsp:txXfrm>
        <a:off x="3591731" y="0"/>
        <a:ext cx="1708656" cy="1305401"/>
      </dsp:txXfrm>
    </dsp:sp>
    <dsp:sp modelId="{EB55C6F2-880E-4D28-AB7F-743473449C4C}">
      <dsp:nvSpPr>
        <dsp:cNvPr id="0" name=""/>
        <dsp:cNvSpPr/>
      </dsp:nvSpPr>
      <dsp:spPr>
        <a:xfrm>
          <a:off x="4282884" y="1468576"/>
          <a:ext cx="326350" cy="32635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38E3F-47FA-45B0-86A4-98DF626ECD99}">
      <dsp:nvSpPr>
        <dsp:cNvPr id="0" name=""/>
        <dsp:cNvSpPr/>
      </dsp:nvSpPr>
      <dsp:spPr>
        <a:xfrm>
          <a:off x="5385820" y="1958102"/>
          <a:ext cx="1708656"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rtl="0">
            <a:lnSpc>
              <a:spcPct val="90000"/>
            </a:lnSpc>
            <a:spcBef>
              <a:spcPct val="0"/>
            </a:spcBef>
            <a:spcAft>
              <a:spcPct val="35000"/>
            </a:spcAft>
            <a:buNone/>
          </a:pPr>
          <a:endParaRPr lang="zh-CN" sz="2000" kern="1200" dirty="0"/>
        </a:p>
      </dsp:txBody>
      <dsp:txXfrm>
        <a:off x="5385820" y="1958102"/>
        <a:ext cx="1708656" cy="1305401"/>
      </dsp:txXfrm>
    </dsp:sp>
    <dsp:sp modelId="{BF0C695D-B79E-42B4-B55D-D0D5C8D36169}">
      <dsp:nvSpPr>
        <dsp:cNvPr id="0" name=""/>
        <dsp:cNvSpPr/>
      </dsp:nvSpPr>
      <dsp:spPr>
        <a:xfrm>
          <a:off x="6076974" y="1468576"/>
          <a:ext cx="326350" cy="326350"/>
        </a:xfrm>
        <a:prstGeom prst="ellipse">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type="notchedRightArrow" r:blip="" rot="180">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HorzCh" val="ctr"/>
                  <dgm:param type="txAnchorVertCh" val="b"/>
                  <dgm:param type="txAnchorVert" val="b"/>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HorzCh" val="ctr"/>
                  <dgm:param type="txAnchorVertCh" val="t"/>
                  <dgm:param type="txAnchorVert" val="t"/>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45" name=""/>
        <p:cNvGrpSpPr/>
        <p:nvPr/>
      </p:nvGrpSpPr>
      <p:grpSpPr>
        <a:xfrm/>
      </p:grpSpPr>
      <p:sp>
        <p:nvSpPr>
          <p:cNvPr id="1048858" name="页眉占位符 1"/>
          <p:cNvSpPr>
            <a:spLocks noGrp="1"/>
          </p:cNvSpPr>
          <p:nvPr>
            <p:ph type="hdr" sz="quarter"/>
          </p:nvPr>
        </p:nvSpPr>
        <p:spPr>
          <a:xfrm>
            <a:off x="0" y="0"/>
            <a:ext cx="2971800" cy="457200"/>
          </a:xfrm>
          <a:prstGeom prst="rect"/>
        </p:spPr>
        <p:txBody>
          <a:bodyPr bIns="45720" lIns="91440" rIns="91440" rtlCol="0" tIns="45720" vert="horz"/>
          <a:lstStyle>
            <a:lvl1pPr algn="l" eaLnBrk="1" hangingPunct="1">
              <a:defRPr sz="1200">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59" name="日期占位符 2"/>
          <p:cNvSpPr>
            <a:spLocks noGrp="1"/>
          </p:cNvSpPr>
          <p:nvPr>
            <p:ph type="dt" sz="quarter" idx="1"/>
          </p:nvPr>
        </p:nvSpPr>
        <p:spPr>
          <a:xfrm>
            <a:off x="3884613" y="0"/>
            <a:ext cx="2971800" cy="457200"/>
          </a:xfrm>
          <a:prstGeom prst="rect"/>
        </p:spPr>
        <p:txBody>
          <a:bodyPr bIns="45720" lIns="91440" rIns="91440" rtlCol="0" tIns="45720" vert="horz"/>
          <a:lstStyle>
            <a:lvl1pPr algn="r" eaLnBrk="1" hangingPunct="1">
              <a:defRPr sz="1200">
                <a:latin typeface="Arial" panose="020B0604020202020204" pitchFamily="34" charset="0"/>
              </a:defRPr>
            </a:lvl1pPr>
          </a:lstStyle>
          <a:p>
            <a:pPr algn="r" defTabSz="914400" eaLnBrk="1" fontAlgn="base" hangingPunct="1" indent="0" latinLnBrk="0" lvl="0" marL="0" marR="0" rtl="0">
              <a:lnSpc>
                <a:spcPct val="100000"/>
              </a:lnSpc>
              <a:spcBef>
                <a:spcPct val="0"/>
              </a:spcBef>
              <a:spcAft>
                <a:spcPct val="0"/>
              </a:spcAft>
              <a:buClrTx/>
              <a:buSzTx/>
              <a:buFontTx/>
              <a:buNone/>
            </a:pPr>
            <a:fld id="{F0CB710D-3DDC-4436-A709-3D003C4F5D02}" type="datetimeFigureOut">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60" name="页脚占位符 3"/>
          <p:cNvSpPr>
            <a:spLocks noGrp="1"/>
          </p:cNvSpPr>
          <p:nvPr>
            <p:ph type="ftr" sz="quarter" idx="2"/>
          </p:nvPr>
        </p:nvSpPr>
        <p:spPr>
          <a:xfrm>
            <a:off x="0" y="8685213"/>
            <a:ext cx="2971800" cy="457200"/>
          </a:xfrm>
          <a:prstGeom prst="rect"/>
        </p:spPr>
        <p:txBody>
          <a:bodyPr anchor="b" bIns="45720" lIns="91440" rIns="91440" rtlCol="0" tIns="45720" vert="horz"/>
          <a:lstStyle>
            <a:lvl1pPr algn="l" eaLnBrk="1" hangingPunct="1">
              <a:defRPr sz="1200">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61" name="灯片编号占位符 4"/>
          <p:cNvSpPr>
            <a:spLocks noGrp="1"/>
          </p:cNvSpPr>
          <p:nvPr>
            <p:ph type="sldNum" sz="quarter" idx="3"/>
          </p:nvPr>
        </p:nvSpPr>
        <p:spPr>
          <a:xfrm>
            <a:off x="3884613" y="8685213"/>
            <a:ext cx="2971800" cy="457200"/>
          </a:xfrm>
          <a:prstGeom prst="rect"/>
        </p:spPr>
        <p:txBody>
          <a:bodyPr anchor="b" anchorCtr="0" bIns="45720" compatLnSpc="1" lIns="91440" numCol="1" rIns="91440" tIns="45720" vert="horz" wrap="square"/>
          <a:lstStyle>
            <a:lvl1pPr algn="r" eaLnBrk="1" hangingPunct="1">
              <a:defRPr sz="1200"/>
            </a:lvl1pPr>
          </a:lstStyle>
          <a:p>
            <a:pPr algn="r" defTabSz="914400" eaLnBrk="1" fontAlgn="base" hangingPunct="1" indent="0" latinLnBrk="0" lvl="0" marL="0" marR="0" rtl="0">
              <a:lnSpc>
                <a:spcPct val="100000"/>
              </a:lnSpc>
              <a:spcBef>
                <a:spcPct val="0"/>
              </a:spcBef>
              <a:spcAft>
                <a:spcPct val="0"/>
              </a:spcAft>
              <a:buClrTx/>
              <a:buSzTx/>
              <a:buFontTx/>
              <a:buNone/>
            </a:pPr>
            <a:fld id="{C2A0F243-BACD-4F5A-A157-7DD3709A51A4}" type="slidenum">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accent1="accent1" accent2="accent2" accent3="accent3" accent4="accent4" accent5="accent5" accent6="accent6" bg1="lt1" bg2="lt2" tx1="dk1" tx2="dk2" hlink="hlink" folHlink="folHlink"/>
</p:handoutMaster>
</file>

<file path=ppt/ink/ink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11180.705 3648.995 569.49, 11244.972 3622.63 683.724, 11302.966 3585.561 764.798, 11364.317 3543.306 824.307, 11426.296 3497.014 832.22</trace>
</ink>
</file>

<file path=ppt/ink/ink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11339.317 3381.729 155.468, 11356.695 3432.486 351.284, 11379.928 3497.387 491.46, 11396.153 3544.8 595.195, 11416.664 3604.723 689.515, 11439.345 3665.086 764.747, 11457.564 3709.527 814.989, 11477.317 3755.898 841.846, 11498.753 3803.773 857.867, 11529.582 3873.073 868.556, 11556.476 3939 874.974, 11542.717 3999.032 877.258, 11502.607 4001.031 875.534, 11449.971 3996.36 871.574, 11383.134 3983.759 862.402, 11341.286 3974.002 855.637, 11314.378 3926.015 861.874, 11384.115 3861.57 820.916, 11438.595 3799.542 602.313, 11466.898 3736.457 441.032</trace>
</ink>
</file>

<file path=ppt/ink/ink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11490.435 3324.279 383.314, 11506.425 3366.256 455.977, 11526.52 3424.509 594.542, 11543.69 3479.613 730.548, 11559.201 3546.117 795.302, 11563.86 3588.802 775.264</trace>
</ink>
</file>

<file path=ppt/ink/ink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11476.696 3224.366 240.195, 11525.882 3224.367 351.771, 11575.676 3249.45 706.025, 11585.065 3316.765 785.976, 11568.835 3391.933 782.846, 11554.963 3432.144 766.714, 11537.356 3474.213 734.289, 11507.044 3532.57 621.727, 11471.825 3572.758 409.016, 11521.753 3566.341 268.364, 11553.182 3627.463 484.708, 11564.029 3680.469 585.574, 11571.935 3748.004 673.438, 11575.34 3805.022 763.862</trace>
</ink>
</file>

<file path=ppt/ink/ink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11571.614 3615.274 215.612, 11611.854 3589.215 344.445, 11654.603 3545.309 549.575, 11692.116 3504.734 725.841, 11735.979 3560.227 696.281, 11753.817 3615.972 741.764, 11779.058 3690.404 823.958, 11809.603 3760.345 866.774, 11826.024 3802.372 841.633</trace>
</ink>
</file>

<file path=ppt/ink/ink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11644.051 3645.248 236.249, 11648.59 3693.821 442.199, 11653.195 3744.469 601.961, 11654.156 3813.594 776.63, 11645.771 3892.977 846.087, 11640.075 3938.333 857.437, 11621.555 4002.18 850.644</trace>
</ink>
</file>

<file path=ppt/ink/ink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11682.766 3777.633 337.239, 11730.515 3779.908 388.336, 11781.723 3790.781 568.817, 11836.585 3807.535 734.021, 11905.808 3836.073 863.254, 11946.4 3855.593 856.899</trace>
</ink>
</file>

<file path=ppt/ink/ink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12049.944 3109.467 702.825, 12036.117 3178.609 749.841, 12013.622 3247.181 779.388, 11999.328 3293.032 791.205, 11977.243 3372.233 796.999, 11966.809 3412.478 786.684, 11951.442 3473.216 711.048, 11933.502 3527.858 441.83</trace>
</ink>
</file>

<file path=ppt/ink/ink1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12024.967 3338.017 196.632, 12066.398 3364.336 434.452, 12088.802 3418.911 651.699, 12109.866 3496.181 791.303, 12127.67 3565.05 849.126, 12148.52 3636.078 866.948, 12171.114 3579.686 429.157</trace>
</ink>
</file>

<file path=ppt/ink/ink1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12178.583 3012.052 367.554, 12171.042 3053.693 409.776, 12158.736 3097.666 452.23, 12145.955 3154.939 502.661, 12137.07 3214.738 574.619, 12141.167 3264.865 610.817, 12187.245 3272.373 617.327, 12242.452 3218.485 697.507, 12282.782 3173.347 753.678, 12330.979 3126.704 803.761, 12380.019 3135.61 841.31, 12378.171 3176.439 847.809, 12365.241 3250.653 855.142, 12348.452 3321.949 860.362, 12337.962 3362.998 862.255, 12318.951 3430.187 865.695, 12297.412 3503.428 867.853, 12261.783 3564.147 816.732, 12221.336 3572.355 131.207</trace>
</ink>
</file>

<file path=ppt/ink/ink1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12207.308 3396.715 277.604, 12259.22 3365.597 414.991, 12305.179 3339.526 532.996, 12356.384 3313.687 679.365, 12417.557 3288.328 805.053, 12489.318 3275.325 853.429, 12545.265 3329.23 865.72, 12562.646 3410.701 875.225, 12566.772 3483.426 881.28, 12565.746 3527.892 877.561</trace>
</ink>
</file>

<file path=ppt/ink/ink1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12691.884 3414.2 774.465</trace>
</ink>
</file>

<file path=ppt/ink/ink1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12756.826 2679.082 160.502, 12764.875 2724.297 635.795, 12754.29 2781.925 719.859, 12743.589 2822.245 725.054, 12729.556 2863.857 674.211, 12699.239 2919.818 460.207, 12658.646 2953.029 237.12</trace>
</ink>
</file>

<file path=ppt/ink/ink1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12625.691 2978.82 136.826, 12668.942 3004.846 207.621, 12699.613 3056.312 318.723</trace>
</ink>
</file>

<file path=ppt/ink/ink1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12731.849 2833.947 136.826, 12776.521 2814.36 163.641, 12819.203 2792.713 209.037, 12870.489 2768.138 260.966, 12927.726 2741.55 364.355, 12979.5 2713.975 468.009, 13022.596 2691.363 519.351, 13064.255 2674.858 562.325, 13079.379 2717.137 647.446, 13077.606 2774.442 720.411, 13062.15 2833.405 456.225</trace>
</ink>
</file>

<file path=ppt/ink/ink1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12766.818 2886.401 240.195, 12762.031 2933.993 333.672, 12745.788 2988.825 448.418, 12729.272 3037.46 518.052, 12705.791 3098.856 472.433</trace>
</ink>
</file>

<file path=ppt/ink/ink1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12855.49 2891.396 136.826, 12902.062 2891.396 252.565, 12952.075 2891.396 688.564</trace>
</ink>
</file>

<file path=ppt/ink/ink1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12795.543 2997.553 136.826, 12795.542 3040 172.874, 12795.543 3085.559 257.131, 12785.494 3141.805 384.689, 12763.419 3206.017 531.483, 12739.131 3256.894 613.259, 12692.173 3281.563 359.945, 12686.706 3241.33 200.802</trace>
</ink>
</file>

<file path=ppt/ink/ink2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12778.058 3058.75 136.826, 12822.164 3054.972 164.848, 12870.723 3046.701 283.106, 12915.121 3040.717 496.151, 12963.922 3034.428 729.305, 13004.066 3032.238 808.532</trace>
</ink>
</file>

<file path=ppt/ink/ink2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12843.001 3206.121 192.878, 12855.697 3253.12 361.336, 12875.721 3303.603 578.209</trace>
</ink>
</file>

<file path=ppt/ink/ink2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12834.259 3187.387 149.186, 12874.243 3187.387 210.726, 12921.526 3187.387 356.638, 12964.896 3188.562 510.608, 13014.297 3195.642 674.752, 13032.205 3240.317 770.991, 12991.933 3296.416 790.98, 12950.29 3352.297 788.687, 12916.442 3392.998 472.066</trace>
</ink>
</file>

<file path=ppt/ink/ink2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13202.687 2659.1 207.967, 13220.801 2702.515 216.927, 13238.707 2753.162 263.701, 13252.154 2798.707 312.118, 13268.776 2861.541 377.891, 13281.546 2915.442 447.676, 13294.956 2976.563 524.162, 13309.053 3039.398 613.618, 13319.275 3087.312 684.885, 13332.113 3148.555 766.765, 13346.39 3210.23 829.051, 13329.958 3165.553 627.572, 13317.51 3124.865 434.289</trace>
</ink>
</file>

<file path=ppt/ink/ink2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13190.197 2649.108 196.632, 13224.245 2607.101 329.894, 13281.807 2627.74 489.007, 13304.75 2677.874 509, 13305.341 2737.339 515.615, 13293.179 2791.03 522.34, 13286.662 2836.143 553.315, 13328.641 2861.461 625.073, 13381.135 2867.353 689.91, 13402.518 2910.423 768.756, 13362.229 2971.01 776.197, 13316.044 3017.917 744.005</trace>
</ink>
</file>

<file path=ppt/ink/ink2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13346.311 2615.387 171.181, 13394.484 2592.549 343.742, 13439.146 2562.139 454.294, 13481.358 2531.519 517.857, 13523.628 2502.485 550.892, 13567.155 2512.092 629.014, 13582.641 2575.7 663.943, 13591.9 2643.914 731.429, 13603.216 2707.631 834.039, 13611.576 2750.857 811.633</trace>
</ink>
</file>

<file path=ppt/ink/ink2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13427.49 2766.506 240.195, 13470.33 2759.899 374.273, 13537.638 2727.06 587.138, 13586.436 2700.179 595.383, 13556.915 2751.585 348.795, 13513.174 2786.612 333.698, 13471.253 2810.491 314.426, 13430.018 2771.67 170.229</trace>
</ink>
</file>

<file path=ppt/ink/ink2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13387.525 2689.073 136.826, 13408.572 2737.475 323.979, 13443.519 2795.596 479.998, 13469.188 2840.232 567.274, 13498.675 2900.894 724.872, 13517.394 2959.303 793.946, 13522.035 2999.518 798.957, 13530.148 3068.073 800.785, 13550.212 3132.465 804, 13604.286 3149.429 841.588, 13633.782 3087.06 844.662, 13646.639 3011.689 780.672, 13648.905 2965.679 716.697, 13650.614 2899.585 623.698, 13650.404 2839.57 552.538, 13648.725 2789.364 521.147, 13601.573 2835.793 698.659, 13588.684 2912.548 771.022, 13589.635 2983.156 836.046, 13641.612 3006.81 861.031, 13703.116 2963.878 863.117, 13758.935 2923.772 863.881, 13712.396 2970.813 698.25</trace>
</ink>
</file>

<file path=ppt/ink/ink2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13873.35 2925.117 513.086</trace>
</ink>
</file>

<file path=ppt/ink/ink2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11546.636 4267.692 231.734, 11602.235 4267.692 319.378, 11646.509 4272.832 391.855, 11699.854 4281.777 483.667, 11759.718 4291.58 582.535, 11824.017 4297.186 675.231, 11904.744 4294.928 764.718, 11952.235 4280.742 796.089, 12027.093 4250.066 827.266, 12069.564 4221.79 838.263, 12139.28 4166.395 850.699, 12181.65 4125 854.478, 12252.442 4054.104 858.068, 12292.474 4012.53 858.727, 12355.77 3950.855 859.336, 12417.497 3898.746 859.702, 12476.691 3862.868 859.951, 12551.624 3839.922 860.708, 12622.647 3834.535 863.158, 12688.179 3825.975 868.729, 12761.266 3800.624 873.208, 12806.104 3777.356 874.817, 12872.668 3736.026 876.378, 12920.943 3699.798 876.962, 12962.313 3666.613 877.334, 13036.992 3598.939 877.812, 13112.065 3524.199 878.157, 13189.311 3450.956 878.387, 13267.248 3389.105 878.567, 13340.271 3344.33 878.669, 13384.553 3323.208 878.712, 13456.476 3298.853 878.816, 13532.791 3289.661 878.922, 13609.302 3305.173 881.403, 13653.692 3319.667 884.111, 13721.645 3332.687 887.293, 13799.991 3326.064 888.772, 13843.004 3313.433 889.009, 13888.641 3293.867 888.932, 13951.979 3255.182 887.913, 13993.769 3224.15 886.586, 14067.976 3158.988 880.265, 14116.04 3109.563 874.737, 14156.669 3067.847 869.875, 14212.261 3012.114 864.351</trace>
</ink>
</file>

<file path=ppt/ink/ink3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11556.974 5563.882 431.872, 11554.912 5615.336 821.393, 11520.758 5670.362 724.016</trace>
</ink>
</file>

<file path=ppt/ink/ink3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11342.161 5851.131 315.203, 11389.294 5833.052 475.313, 11433.039 5810.728 624.676, 11489.072 5783.198 769.861, 11557.303 5751.411 850.423, 11598.105 5772.267 790.081, 11562.295 5827.604 769.002, 11505.229 5900.228 760.711, 11459.846 5951.735 765.258, 11529.279 5932.493 678.612, 11582.49 5893.091 608.808, 11577.004 5933.871 607.788, 11523.932 5999.139 616.132, 11473.793 6054.165 620.258, 11435.354 6096.73 617.839, 11401.438 6139.754 662.855, 11463.899 6118.291 791.683, 11537.714 6059.178 795.915, 11596.574 6008.701 788.886</trace>
</ink>
</file>

<file path=ppt/ink/ink3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11435.829 6100.913 136.826, 11442.145 6146.278 349.379, 11469.16 6212.079 676.239, 11495.432 6277.423 834.732, 11520.402 6344.289 858.893</trace>
</ink>
</file>

<file path=ppt/ink/ink3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11784.274 5593.856 413.156, 11794.236 5648.745 415.589, 11800.653 5689.793 415.988, 11804.826 5737.78 416.475, 11806.802 5784.139 460.199, 11808.583 5836.828 664.323, 11832.232 5782.634 635.868, 11835.916 5714.513 464.058, 11838.543 5672.899 356.06, 11844.13 5629.86 271.472, 11857.68 5578.25 191.474, 11885.394 5537.106 160.897, 11933.634 5532.477 201.907, 11967.093 5597.207 514.366, 11965.268 5661.709 691.671, 11946.225 5726.552 760.446, 11910.593 5790.47 798.944, 11858.91 5858.005 827.086, 11810.825 5910.508 837.845, 11752.395 5953.122 805.888, 11699.354 5923.676 642.274, 11752.193 5924.951 503.078, 11790.305 5976.808 591.372, 11819.494 6044.014 670.868, 11836.779 6101.441 742.796, 11855.735 6171.811 835.58, 11895.207 6103.499 652.214, 11907.028 6044.054 523.555, 11923.513 6002.104 439.292, 11976.112 6003.149 551.014, 12003.446 6055.716 683.553, 12023.014 6112.211 792.722, 12065.137 6068.487 834.862, 12085.745 5994.615 763.618, 12119.284 5944.189 706.986, 12165.819 5977.914 813.544, 12193.62 6049.597 860.302, 12214.118 6121.062 872.187, 12214.532 6059.053 731.77, 12212.071 6018.37 491.078</trace>
</ink>
</file>

<file path=ppt/ink/ink3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12473.671 5360.311 385.989, 12415.727 5408.304 583.944, 12359.547 5453.164 719.248, 12300.248 5496.291 767.011, 12238.402 5536.304 591.915, 12246.05 5578.968 408.085, 12286.866 5630.148 461.53, 12325.095 5692.466 545.901, 12336.31 5737.565 629.247, 12333.826 5802.139 739.594, 12319.92 5866.078 777.664, 12287.81 5914.095 533.753</trace>
</ink>
</file>

<file path=ppt/ink/ink3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12217.646 5746.223 136.826, 12258.68 5720.396 148.919, 12302.504 5694.551 216.576, 12364.39 5664.341 310.795, 12408.796 5642.326 366.204, 12457.481 5618.156 454.12, 12516.099 5587.184 593.021, 12578.226 5551.094 753.315, 12643.913 5508.205 851.664, 12624.22 5466.524 576.816</trace>
</ink>
</file>

<file path=ppt/ink/ink3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12434.954 5470.214 136.826, 12430.175 5514.326 201.056, 12442.071 5559.581 239.741, 12453.757 5606.425 303.387, 12463.942 5669.711 403.374, 12467.597 5712.871 457.361, 12468.141 5766.08 574.506, 12463.713 5820.011 651.665</trace>
</ink>
</file>

<file path=ppt/ink/ink3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12419.968 5710.004 136.826, 12462.263 5691.03 143.881, 12510.809 5677.39 248.558, 12562.045 5661.82 498.85, 12606.523 5649.863 719.701, 12671.505 5669.944 854.481, 12699.986 5733.99 865.203, 12712.332 5807.174 871.589</trace>
</ink>
</file>

<file path=ppt/ink/ink3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12606.056 5623.83 136.826, 12597.047 5670.246 285.824, 12585.754 5711.081 439.826, 12572.108 5753.881 618.826, 12548.508 5816.296 776.867, 12528.941 5861.635 835.06, 12509.562 5902.496 852.16, 12470.001 5959.969 859.36</trace>
</ink>
</file>

<file path=ppt/ink/ink3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12608.553 5823.655 136.826, 12652.34 5836.451 472.051, 12695.956 5863.489 733.871, 12750.215 5904.248 874.971, 12747.746 5860.301 502.253</trace>
</ink>
</file>

<file path=ppt/ink/ink4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12815.871 5267.891 716.415, 12836.37 5326.661 741.503, 12853.724 5399.768 824.361, 12858.658 5447.181 852.276</trace>
</ink>
</file>

<file path=ppt/ink/ink4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12889.558 5075.56 350.114, 12934.786 5077.033 624.78, 12993.684 5091.067 851.493, 13019.794 5150.365 871.484, 13006.13 5227.379 872.69, 12982.926 5298.573 873.995, 12914.414 5304.639 821.933, 12861.091 5265.82 467.451, 12851.821 5221.749 289.521, 12898.833 5213.184 484.395, 12948.874 5221.872 721.121, 12978.179 5274.727 823.07, 12929.792 5345.88 836.089, 12876.042 5402.571 839.804, 12811.198 5461.179 829.966, 12752.577 5507.827 805.695, 12773.104 5451.296 777.639, 12847.418 5419.838 772.949, 12912.916 5409.04 781.949, 12970.07 5436.611 845.318, 12980.219 5482.458 860.583, 12975.206 5527.486 863.526, 12961.858 5574.333 865.126, 12945.271 5614.352 865.939, 12906.352 5677.667 865.911, 12849.504 5685.521 840.364, 12865.203 5617.972 796.747, 12925.545 5580.373 788.077, 12988.121 5570.794 825.302, 13052.414 5599.469 864.219, 13077.813 5678.896 872.494, 13071.288 5749.583 872.733, 13132.188 5716.068 872.238, 13186.75 5650.05 866.882, 13234.849 5590.121 708.953, 13281.143 5559.808 595.977</trace>
</ink>
</file>

<file path=ppt/ink/ink4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13369.138 5665.044 370.796, 13362.893 5625.079 652.405</trace>
</ink>
</file>

<file path=ppt/ink/ink4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12918.281 6313.227 667.844, 12880.221 6369.101 619.057, 12851.042 6414.144 615.694, 12818.401 6465.237 634.146, 12778.554 6530.441 643.46, 12747.217 6579.738 586.131, 12707.063 6616.896 371.837</trace>
</ink>
</file>

<file path=ppt/ink/ink4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12743.435 6520.545 136.826, 12785.587 6504.642 137.587, 12827.438 6510.852 202.681, 12876.07 6568.474 466.796, 12897.807 6612.447 633.362, 12920.586 6671.457 782.785, 12946.593 6744.227 854.287, 12944.499 6696.346 311.013, 12932.944 6639.248 201.259, 12924.188 6598.919 163.336, 12915.1 6552.23 142.582, 12907.45 6493.519 136.994, 12908.047 6443.987 138.02, 12918.109 6404.007 148.727, 12942.834 6362.91 195.329, 12985.938 6325.993 300.485, 13035.954 6292.323 457.176, 13076.173 6267.131 587.68, 13125.69 6245.327 678.851, 13105.771 6302.558 674.563, 13065.22 6354.546 669.593, 13030.465 6398.115 664.575, 12991.171 6440.029 666.146, 13030.465 6390.471 661.832, 13080.06 6352.542 622.065, 13130.576 6322.949 591.103, 13190.726 6299.89 609.929, 13243.27 6297.446 744.134, 13221.299 6360.646 840.946, 13164.554 6419.638 847.13, 13104.396 6459.614 838.817, 13037.873 6446.556 704.612, 13002.408 6396.965 510.304, 12983.159 6351.261 337.391</trace>
</ink>
</file>

<file path=ppt/ink/ink4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12978.229 6139.628 136.826, 13027.802 6138.65 209.148, 13062.07 6185.646 376.565, 13085.417 6239.691 537.334, 13101.793 6298.606 678.381, 13109.113 6338.751 740.958, 13114.646 6383.337 781.392, 13118.069 6435.385 814.904, 13119.693 6475.6 830.774, 13118.919 6552.159 851.554, 13115.058 6594.06 860.488, 13085.344 6655.575 850.916, 13030.788 6605.799 597.655, 13005.757 6562.889 381.729, 12994.255 6515.423 244.945, 13054.14 6520.529 431.294, 13098.555 6543.512 561.215, 13158.551 6577.25 685.02, 13222.072 6609.066 762.934, 13285.5 6635.594 806.854, 13360.229 6658.902 849.164</trace>
</ink>
</file>

<file path=ppt/ink/ink4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13322.928 6173.349 498.482, 13350.134 6226.617 514.163, 13373.841 6287.539 608.874, 13393.701 6349.352 730.644, 13412.787 6420.308 808.246, 13425.307 6489.51 613.018</trace>
</ink>
</file>

<file path=ppt/ink/ink4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13381.626 6112.153 242.194, 13427.516 6093.502 316.705, 13481.48 6063.641 396.186, 13535.05 6035.904 430.588, 13588.02 6063.603 457.354, 13611.087 6111.504 539.273, 13636.275 6180.976 673.293, 13661.429 6251.072 785.556, 13691.856 6321.06 851.199, 13725.855 6390.373 871.05, 13763.842 6451.796 866.619</trace>
</ink>
</file>

<file path=ppt/ink/ink4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13410.351 6284.502 493.277, 13468.735 6251.496 640.727, 13522.836 6225.539 705.742, 13519.787 6272.938 578.757, 13483.765 6316.261 504.414, 13445.678 6363.601 400.75, 13413.048 6405.574 301.958, 13379.306 6449.785 217.501, 13438.242 6434.051 613.177, 13495.65 6399.448 712.432, 13553.9 6364.529 772.72, 13607.949 6330.737 728.385, 13567.005 6316.543 295.25</trace>
</ink>
</file>

<file path=ppt/ink/ink4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13456.562 6213.314 385.989, 13472.934 6261.191 397.954, 13494.906 6303.657 446.937, 13519.636 6354.801 540.577, 13546.639 6421.707 660.896, 13575.399 6493.902 782.739, 13609.066 6551.137 855.857</trace>
</ink>
</file>

<file path=ppt/ink/ink5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13939.888 5797.428 246.928, 13899.523 5847.509 315.955, 13856.464 5888.324 337.374, 13807.058 5931.071 286.763, 13764.498 5961.484 203.096, 13721.244 5978.489 142.215, 13742.747 6018.51 164.261, 13768.788 6059.216 253.66, 13786.712 6106.314 407.35, 13819.536 6056.89 161.22, 13838.436 6016.271 141.135, 13864.248 5975.351 147.663, 13908.151 5928.951 181.213, 13954.176 5894.39 245.172, 14000.917 5867.305 349.773, 14057.072 5841.634 465.877, 14101.034 5822.166 542.806, 14149.754 5803.136 731.472, 14129.733 5872.56 683.931, 14101.299 5920.771 563.923</trace>
</ink>
</file>

<file path=ppt/ink/ink5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13917.408 6007.245 315.203, 13918.762 6047.737 395.07, 13926.414 6088.544 511.898, 13938.593 6139.796 665.58, 13963.537 6209.993 809.456, 13985.048 6250.642 855.019, 14039.279 6308.579 871.379, 14108.226 6321.608 870.266, 14158.642 6272.794 865.199, 14176.536 6205.225 838.816, 14177.217 6161.192 772.435, 14167.933 6100.605 674.285, 14151.265 6042.834 463.832, 14106.072 6077.871 553.232, 14081.336 6137.578 727.233, 14055.166 6191.859 822.115, 14015.784 6255.306 859.899, 13970.469 6305.477 866.775, 13897.72 6310.384 864.231, 13857.178 6250.853 829.208, 13852.854 6210.713 815.661, 13880.366 6146.486 819, 13943.127 6093.322 849.781, 14000.063 6046.147 820.354, 14047.694 5991.611 719.521</trace>
</ink>
</file>

<file path=ppt/ink/ink5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14269.6 5647.559 425.717, 14242.679 5687.87 819.169, 14204.443 5747.766 854.448, 14273.909 5723.749 774.513, 14334.285 5696.771 800.965, 14390.355 5721.36 862.552, 14385.456 5802.4 868.979, 14390.537 5886.283 871.934, 14398.187 5934.267 874.13, 14407.354 5976.966 876.725, 14428.434 6051.136 880.315, 14367.055 6051.413 843.32, 14308.731 6007.297 791.525, 14293.808 5950.8 810.029, 14355.268 5917.166 844.639, 14430.478 5898.793 857.652, 14470.919 5898.18 859.381, 14522.168 5940.781 860.327, 14512.982 6012.894 859.686, 14488.896 6083.962 859.664, 14539.252 6077.927 876.227, 14582.033 6014.149 876.725, 14622.096 5949.005 867.908, 14644.044 5907.91 647.652</trace>
</ink>
</file>

<file path=ppt/ink/ink5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14777.905 5909.83 407.196</trace>
</ink>
</file>

<file path=ppt/ink/ink5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13600.186 7166.23 605.272, 13600.186 7207.197 567.228, 13600.186 7263.383 571.568, 13594.508 7324.581 566.813, 13583.328 7383.073 529.547, 13569.619 7428.501 465.915, 13544.214 7382.594 156.312, 13561.389 7342.02 143.509, 13595.894 7288.302 140.234, 13639.005 7241.897 174.236, 13691.539 7199.244 307.371, 13747.642 7159.822 579.732, 13791.652 7136.28 780.109, 13768.336 7206.789 801.892, 13730.296 7266.978 775.771, 13688.057 7330.526 754.001, 13654.448 7384.722 768.118, 13715 7329.693 818.642, 13785.797 7272.245 821.578, 13847.251 7246.047 831.001, 13834.896 7316.134 847.804, 13793.94 7379.109 852.212, 13754.765 7436.466 855.007, 13712.188 7494.751 858.76, 13757 7427.517 859.59, 13816.211 7364.719 857.138, 13871.736 7318.231 848.973, 13941.465 7276.621 840.662, 13943.666 7342.572 866.219, 13886.926 7398.494 866.266, 13825.112 7430.577 863.501, 13784.74 7427.188 856.96, 13729.511 7382.64 757.178, 13692.679 7330.679 535.085, 13672.909 7289.941 416.039, 13654.021 7240.515 266.649, 13643.914 7198.58 186.623, 13644.41 7152.474 154.099, 13687.191 7198.682 384.74, 13716.594 7248.359 540.786, 13751.149 7312.773 679.262, 13787.018 7383.452 774.196, 13821.856 7449.229 827.993, 13862.46 7523.979 853.298, 13884.448 7564.149 858.451, 13905.358 7502.596 530.523</trace>
</ink>
</file>

<file path=ppt/ink/ink5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13788.77 7033.847 136.826, 13835.392 7070.079 165.058, 13877.688 7118.216 185.323, 13908.977 7163.152 196.571, 13934.52 7209.715 226.407, 13952.753 7253.678 309.314, 13969.891 7307.16 465.107, 13978.627 7352.932 651.226, 13947.295 7311.425 317.888</trace>
</ink>
</file>

<file path=ppt/ink/ink5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13994.841 7076.309 320.67, 14016.182 7123.564 320.67, 14037.062 7164.241 353.58, 14060.455 7215.729 449.887, 14085.532 7269.969 605.966, 14107.807 7326.611 737.684, 14139.037 7404.398 840.486, 14169.78 7475.538 869.322, 14172.269 7426.359 606.56, 14140.438 7365.656 478.163, 14117.233 7323.592 328.769</trace>
</ink>
</file>

<file path=ppt/ink/ink5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14182.176 6920.196 566.862, 14236.008 6915.078 787.976, 14298.853 6876.997 816.288, 14339.104 6846.491 823.212, 14410.571 6787.154 840.7, 14460.876 6743.144 845.076, 14396.071 6747.622 384.032, 14352.187 6761.774 226.123, 14309.367 6770.009 142.74, 14312.337 6814.593 192.939, 14326.782 6869.496 361.102, 14331.288 6913.591 502.116, 14334.555 6971.567 639.905, 14337.804 7030.842 704.613, 14386.76 7001.631 690.383, 14435.764 6964.217 684.254, 14497.944 6959.168 686.736, 14526.869 7014.746 750.952, 14511.238 7076.073 809.697, 14475.586 7131.886 825.23, 14409.593 7169.945 772.892, 14349.842 7157.311 560.665</trace>
</ink>
</file>

<file path=ppt/ink/ink5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14099.749 6868.991 320.67, 14116.753 6925.585 366.333, 14133.147 6978.442 413.224, 14148.31 7040.803 483.488, 14160.654 7102.675 597.405, 14168.012 7159.518 701.154, 14171.666 7231.215 791.291, 14170.06 7280.087 809.964, 14165.156 7322.462 795.764, 14138.926 7377.177 470.547</trace>
</ink>
</file>

<file path=ppt/ink/ink5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14202.158 7224.929 150.16, 14265.716 7224.929 323.186, 14321.717 7224.929 493.891, 14385.965 7226.259 678.264, 14449.138 7230.329 799.083, 14525.985 7234.347 861.659, 14571.681 7234.876 872.15, 14645.657 7228.159 877.611, 14711.442 7202.359 866.896, 14761.703 7147.99 576.75</trace>
</ink>
</file>

<file path=ppt/ink/ink6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14629.285 6667.917 175.399, 14690.428 6629.785 477.488, 14739.632 6631.495 663.385, 14790.43 6667.339 808.449, 14829.969 6744.624 849.158, 14843.433 6794.557 854.262, 14852.821 6846.195 857.969, 14859.08 6894.889 861.214, 14863.61 6934.975 863.403, 14879.949 7002.735 871.808, 14930.344 6945.83 876.506, 14978.837 6880.007 861.475</trace>
</ink>
</file>

<file path=ppt/ink/ink6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14962.743 6525.542 853.588, 15016.243 6454.122 842.55, 15082.064 6392.543 842.549, 15144.756 6342.986 850.189, 15220.895 6290.65 856.238, 15281.14 6256.774 830.838</trace>
</ink>
</file>

<file path=ppt/ink/ink6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15053.913 6304.484 136.826, 15104.572 6321.736 250.718, 15147.259 6375.807 506.867, 15167.072 6425.176 579.893</trace>
</ink>
</file>

<file path=ppt/ink/ink6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15241.249 6154.616 140.27, 15241.249 6203.286 259.143, 15239.033 6246.494 350.466, 15225.925 6302.777 437.829, 15205.098 6367.42 496.624, 15180.436 6431.858 529.639, 15159.955 6486.162 539.558, 15141.692 6536.711 561.347, 15201.248 6498.247 772.515, 15256.189 6452.408 768.41, 15308.865 6473.209 814.102, 15312.954 6513.654 838.086, 15310.263 6566.432 851.94, 15305.144 6637.025 861.592, 15309.079 6713.877 870.008, 15339.098 6781.538 880.797, 15406.754 6799.8 885.178, 15485.736 6766.216 887.004, 15560.457 6708.33 888.464, 15610.679 6653.587 888.606, 15636.921 6581.407 890.159, 15591.174 6520.284 889.605, 15507.416 6482.81 874.783</trace>
</ink>
</file>

<file path=ppt/ink/ink6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15853.214 6438.117 360.181</trace>
</ink>
</file>

<file path=ppt/ink/ink6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14179.679 8084.177 608.012, 14223.583 8125.789 872.082, 14267.737 8178.628 869.623, 14338.344 8206.775 860.592, 14401.303 8177.111 858.862, 14444.112 8106.396 857.413, 14458.676 8038.54 586.368</trace>
</ink>
</file>

<file path=ppt/ink/ink6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14354.524 8066.693 136.826, 14383.654 8118.831 214.122, 14414.782 8179.737 424.864, 14435.493 8224.793 593.904, 14462.291 8286.92 754.772, 14477.482 8327.341 813.227, 14496.968 8396.053 822.374, 14464.576 8438.593 513.194, 14411.295 8424.506 270.265, 14374.637 8377.109 258.526, 14405.294 8330.216 460.283, 14452.038 8306.196 655.155, 14515.608 8297.307 779.333, 14562.264 8345.484 793.661, 14562.041 8414.568 791.486, 14551.776 8483.998 790.288, 14596.273 8476.768 855.349, 14640.588 8408.284 858.091, 14677.232 8345.318 833.763, 14695.692 8303.04 556.477</trace>
</ink>
</file>

<file path=ppt/ink/ink6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14705.468 7781.942 523.81, 14694.329 7834.966 692.594, 14675.646 7889.574 771.369, 14736.313 7853.057 801.729, 14792.092 7830.917 819.455, 14778.311 7872.42 829.065, 14747.802 7937.936 840.587, 14716.225 8003.489 840.442, 14771.452 7951.135 664.485, 14811.283 7910.632 570.673, 14854.091 7872.849 514.529, 14902.77 7837.602 462.804, 14880.307 7901.903 554.611, 14849.75 7945.609 571.501, 14817.196 7991.568 566.728, 14780.858 8042.029 552.261, 14749.958 8085.674 598.933, 14806.333 8051.689 800.522, 14862.331 8005.045 812.633, 14925.242 7954.303 815.662, 14977.268 7913.276 818.086, 15028.7 7875.505 757.276</trace>
</ink>
</file>

<file path=ppt/ink/ink6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14799.138 8101.663 352.609, 14822.831 8159.63 585.752, 14852.002 8219.753 809.584, 14888.252 8280.632 857.59, 14901.623 8226.678 443.81</trace>
</ink>
</file>

<file path=ppt/ink/ink6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14986.473 7759.462 399.575, 15044.336 7718.649 621.828, 15104.599 7673.44 742.258, 15163.014 7622.818 827.807, 15224.948 7564.957 861.343, 15280.238 7511.887 862.021, 15322.737 7479.704 802.469</trace>
</ink>
</file>

<file path=ppt/ink/ink7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15068.899 7688.273 136.826, 15098.519 7732.513 246.979, 15133.275 7799.431 441.228, 15151.696 7843.159 566.389, 15175.303 7899.547 760.651, 15204.616 7960.014 859.127, 15190.628 7896.742 442.505</trace>
</ink>
</file>

<file path=ppt/ink/ink7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15111.363 7393.531 240.195, 15148.155 7434.944 310.088, 15196.505 7505.229 515.652, 15232.126 7565.064 675.931, 15269.575 7627.851 793.404, 15308.949 7692.045 847.79, 15359.962 7767.436 865.913, 15401.766 7821.906 868.706, 15458.038 7878.311 868.755, 15481.487 7815.513 799.897, 15461.907 7772.894 669.255</trace>
</ink>
</file>

<file path=ppt/ink/ink7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15267.477 7344.824 173.971, 15273.994 7405.344 404.438, 15270.691 7459.212 471.032, 15260.172 7529.74 550.135, 15244.402 7603.562 619.505, 15224.052 7672.889 662.126, 15201.109 7733.561 675.831, 15173.143 7798.372 670.282, 15140.227 7858.248 697.704, 15136.338 7804.045 585.088, 15176.97 7765.651 610.187, 15233.205 7761.216 712.825, 15280.812 7798.046 820.846, 15290.031 7869.28 863.049, 15276.698 7827.566 451.519</trace>
</ink>
</file>

<file path=ppt/ink/ink7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15454.812 7477.208 162.93, 15497.538 7452.835 303.497, 15547.477 7418.128 575.21, 15599.237 7375.996 750.518, 15648.563 7334.38 822.457, 15716.077 7279.774 843.192, 15776.356 7235.581 826.168, 15720.208 7259.539 308.502, 15678.225 7260.32 205.495, 15640.239 7216.812 170.925, 15638.204 7172.051 158.236, 15680.601 7201.184 432.167, 15711.494 7259.402 562.309, 15738.801 7314.778 625.904, 15765.878 7373.81 700.096, 15802.604 7453.022 797.296, 15839.971 7526.069 860.882, 15884.353 7592.372 874.134, 15843.24 7533.878 597.803, 15802.996 7481.796 437.962, 15769.74 7433.214 244.657</trace>
</ink>
</file>

<file path=ppt/ink/ink7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15674.62 7301.113 136.826, 15674.618 7353.406 164.408, 15674.62 7396.542 236.418, 15674.62 7447.159 350.045, 15674.62 7501.693 478.591, 15674.62 7560.932 617.037, 15674.62 7617.455 701.498, 15706.827 7554.03 535.397, 15740.923 7480.836 524.983, 15770.521 7430.125 520.813, 15802.308 7388.53 517.925, 15845.886 7348.699 521.698, 15887.561 7325.833 600.634, 15935.683 7335.382 855.664, 15930.753 7378.707 862.688, 15922.712 7418.854 864.919, 15909.378 7498.563 870.268, 15943.786 7556.561 876.605, 16017.468 7488.331 873.469, 16070.344 7417.621 865.422, 16101.354 7373.546 841.429, 16137.321 7333.497 627.63</trace>
</ink>
</file>

<file path=ppt/ink/ink7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14493.154 5797.194 136.826</trace>
</ink>
</file>

<file path=ppt/ink/ink7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14455.687 5718.513 296.826, 14427.871 5770.561 755.844, 14389.854 5856.605 853.48, 14372.619 5898.847 865.748, 14354.983 5943.5 870.85, 14339.269 5987.25 872.179, 14324.776 6033.019 871.872, 14352.446 6081.61 877.56, 14420.357 6034.959 882.059, 14485.746 5991.302 883.698, 14563.052 5948.922 884.395, 14536.618 6022.405 881.897, 14492.869 6073.362 879.643, 14453.157 6115.008 876.843, 14390.256 6176.724 872.589, 14317.006 6251.414 865.406, 14249.966 6325.129 857.762, 14203.702 6388.447 871.181, 14279.34 6354.927 885.544, 14328.04 6328.549 886.775, 14371.537 6305.554 887.444, 14450.788 6264.154 887.967, 14497.326 6240.9 888.117, 14540.03 6217.871 888.19, 14603.016 6180.985 888.272, 14600.288 6137.695 870.118, 14533.864 6118.271 706.304, 14487.296 6097.436 339.581, 14486.925 6174.573 779.165, 14490.614 6218.351 829.648, 14494.285 6287.497 860.914, 14495.354 6340.061 875.734, 14495.606 6388.143 881.71, 14493.121 6464.587 881.782</trace>
</ink>
</file>

<file path=ppt/ink/ink7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14368.264 6179.36 151.156, 14368.264 6219.382 494.743, 14368.264 6282.109 684.605, 14368.264 6363.075 812.172, 14368.264 6447.546 851.084, 14368.264 6498.112 859.148, 14371.344 6545.428 864.114, 14377.955 6592.813 869.334, 14414.3 6649.34 879.489, 14458.94 6586.65 881.423, 14476.01 6543.967 880.919, 14506.164 6477.382 879.066, 14543.85 6419.416 875.562, 14596.938 6440.094 874.69, 14618.351 6508.407 880.913, 14637.777 6580.238 885.766, 14648.688 6539.503 886.254, 14648.509 6485.506 886.266, 14645.764 6442.374 886.268, 14634.192 6351.701 811.122, 14630.128 6310.763 632.292</trace>
</ink>
</file>

<file path=ppt/ink/ink7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14634.28 6005.762 136.826, 14683.288 5972.879 793.143, 14758.568 5963.714 877.438, 14800.72 5961.669 881.662, 14875.536 5965.45 880.511, 14846.09 6040.325 861.287, 14793.352 6099.427 842.612, 14754.045 6139.687 823.337, 14688.214 6205.09 772.877, 14629.196 6258.352 722.915, 14573.685 6308.999 718.995, 14633.264 6307.843 881.205, 14721.292 6264.575 883.487, 14780.594 6237.446 884.002, 14825.961 6216.499 884.233, 14871.494 6196.341 884.339, 14913.329 6177.84 884.563, 14954.575 6158.001 884.828, 14906.75 6140.271 836.868, 14866.54 6135.606 736.643</trace>
</ink>
</file>

<file path=ppt/ink/ink7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14736.691 5780.958 227.316, 14736.689 5824.511 323.567, 14736.691 5866.068 426.076, 14738.166 5929.298 546.898, 14738.088 5969.275 594.176, 14737.598 6015.021 654.729, 14736.19 6080.842 758.717, 14731.551 6179.292 844.686, 14722.943 6266.83 864.187, 14716.258 6318.032 865.438, 14708.75 6369.932 868.696, 14693.656 6450.368 876.19, 14652.983 6447.603 550.836</trace>
</ink>
</file>

<file path=ppt/ink/ink8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14814.124 6215.578 507.373, 14881.213 6261.682 666.265, 14946.667 6311.097 768.121, 15014.27 6368.433 862.095, 15071.229 6423.994 886.122, 15061.626 6375.317 707.681, 15033.09 6335.188 293.57</trace>
</ink>
</file>

<file path=ppt/ink/ink8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15113.861 5818.425 660.595, 15115.988 5900.722 746.463, 15119.672 5946.237 790.56, 15129.592 6034.053 826.526, 15140.126 6117.082 865.223, 15146.134 6161.635 874.397, 15152.157 6207.786 877.198, 15159.119 6256.963 877.182, 15167.681 6333.607 868.808, 15134.69 6291.874 266.389</trace>
</ink>
</file>

<file path=ppt/ink/ink8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15168.812 5664.81 862.326, 15169.98 5740.128 872.589, 15148.899 5819.127 862.728, 15138.196 5891.696 855.554, 15208.689 5927.816 865.957, 15274.877 5952.814 883.052, 15257.328 6019.457 887.285, 15212.87 6079.649 884.545, 15140.963 6091.357 812.71, 15114.548 6050.245 484.663</trace>
</ink>
</file>

<file path=ppt/ink/ink8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15444.821 5609.858 598.004, 15390.707 5670.449 877.944, 15334.265 5721.263 871.057, 15263.702 5783.724 828.518, 15306.314 5784.945 704.661, 15365.142 5766.74 681.667, 15376.062 5821.216 666.406, 15339.062 5878.056 570.597, 15308.223 5920.904 448.921, 15270.57 5965.743 254.688, 15279.554 6016.005 173.833, 15290.204 6063.356 281.279, 15299.141 6129.659 527.017, 15306.878 6197.682 753.518, 15311.777 6239.312 841.701, 15324.634 6311.493 870.12</trace>
</ink>
</file>

<file path=ppt/ink/ink8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15437.328 5888.364 740.452, 15502.598 5869.396 831.43, 15564.267 5843.789 864.513, 15633.145 5809.646 847.404, 15673.469 5856.602 852.867, 15681.414 5943.511 874.057, 15683.843 5987.381 879.604, 15686.567 6033.607 883.423, 15691.222 6079.472 885.868, 15698.976 6130.611 887.153, 15715.187 6203.234 888.257, 15651.396 6224.162 873.147, 15601.79 6205.304 829.194, 15540.689 6177.768 729.926, 15482.102 6146.975 688.882, 15470.451 6101.3 869.596, 15540.008 6093.288 876.081, 15571.043 6154.606 876.433, 15528.739 6229.174 871.619, 15478.928 6288.232 871.717, 15521.384 6287.85 880.196, 15565.682 6262.109 875.513, 15625.794 6222.338 837.622, 15689.115 6174.975 695.751, 15737.064 6134.399 511.49</trace>
</ink>
</file>

<file path=ppt/ink/ink8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16119.231 5506.199 707.84, 16080.443 5577.849 818.99, 16042.019 5643.618 850.714, 15993.355 5717.1 827.37, 15946.861 5781.953 687.422, 15912.382 5825.816 461.99</trace>
</ink>
</file>

<file path=ppt/ink/ink8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16021.816 5717.264 171.181, 16071.939 5746.02 517.943, 16107.237 5819.673 741.943, 16127.519 5908.164 843.009, 16138.831 5996.924 874.812, 16143.702 6046.749 881.063, 16148.75 6094.739 885.126, 16157.885 6168.743 889.204, 16187.464 6127.979 877.645</trace>
</ink>
</file>

<file path=ppt/ink/ink8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16295.327 5391.299 618.125, 16286.866 5434.459 748.308, 16265.253 5481.124 795.197, 16227.999 5551.081 849.577, 16205.018 5592.404 859.585, 16163.09 5662.756 848.821, 16214.742 5663.91 783.696, 16275.289 5628.601 809.276, 16340.623 5598.753 840.221, 16381.144 5585.335 857.396, 16426.586 5623.796 882.534, 16404.293 5666.083 885.169, 16360.37 5726.775 886.503, 16310.347 5795.369 885.532, 16267.081 5861.97 883.49, 16226.966 5925.024 881.008, 16288.087 5852.375 860.953, 16339.272 5807.833 841.788, 16414.137 5764.216 840.677, 16484.316 5745.402 872.172, 16486.678 5785.565 881.466, 16450.617 5860.729 884.319, 16423.703 5909.155 884.852, 16393.553 5963.113 885.149, 16370.091 6006.149 885.278, 16348.299 6046.634 885.337, 16314.3 6118.152 885.377, 16385.182 6129.615 889.835, 16425.381 6103.893 889.968, 16498.197 6045.818 887.999, 16555.17 5994.865 874.727, 16602.004 5944.741 552.824</trace>
</ink>
</file>

<file path=ppt/ink/ink8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16757.424 5371.316 633.962, 16762.465 5441.003 707.622, 16778.486 5505.481 770.56, 16790.367 5548.876 750.571</trace>
</ink>
</file>

<file path=ppt/ink/ink8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16732.445 5200.216 332.435, 16774.848 5197.85 534.732, 16828.016 5192.376 679.484, 16870.654 5187.378 766.735, 16949.199 5177.945 841.765, 16998.283 5171.099 854.992, 17045.344 5165.153 861.021, 17117.125 5155.655 862.82, 17133.396 5218.373 860.664, 17093.732 5284.953 858.349, 17048.977 5347.109 720.747</trace>
</ink>
</file>

<file path=ppt/ink/ink9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16847.344 5216.452 292.246, 16806.574 5270.458 589.561, 16818.955 5321.562 768.014, 16874.281 5324.958 569.1, 16933.309 5302.578 405.615, 16991.029 5272.834 355.455, 16952.652 5329.024 732.46, 16898.719 5379.933 795.141, 16842.082 5435.988 821.065, 16777.305 5502.833 812.609, 16719.967 5565.082 784.599, 16771.982 5558.223 864.573, 16854.209 5509.539 874.241, 16911.305 5479.997 877.829, 16957.133 5458.161 880.498, 17004.525 5437.357 882.842, 17050.082 5418.327 884.721, 17096.242 5399.496 886.488, 17045.51 5455.204 857.786, 17005.25 5472.327 799.889</trace>
</ink>
</file>

<file path=ppt/ink/ink9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16797.387 5507.447 136.826, 16842.512 5474.337 178.724, 16851.748 5514.97 405.516, 16844.701 5572.841 573.159, 16839.383 5640.627 729.146, 16837.365 5683.542 804.217, 16835.029 5754.352 860.634, 16828.961 5821.783 846.814</trace>
</ink>
</file>

<file path=ppt/ink/ink9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16858.586 5629.84 337.239, 16928 5591.093 639.979, 17001.172 5559.636 833.878, 17071.059 5546.96 854.984, 17116.529 5602.283 858.919, 17126.861 5675 863.03, 17130.252 5728.731 866.342, 17132.586 5796.793 873.606, 17134.832 5841.036 880.487, 17144.215 5916.302 889.775, 17103.574 5881.212 836.479</trace>
</ink>
</file>

<file path=ppt/ink/ink9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16834.855 5689.788 136.826, 16876.156 5698.042 546.381, 16927.338 5695.962 810.786, 16875.348 5744.412 760.865, 16825.598 5783.944 736.228, 16903.473 5814.197 854.771, 16974.496 5807.249 875.67, 16931.451 5842.351 877.792, 16853.07 5892.428 873.158, 16796.855 5930.385 864.718, 16748.688 5962.84 851.864, 16670.506 6011.684 817.62, 16605.48 6047.724 768.043, 16544.334 6074.301 752.868, 16585.707 6017.76 853.341, 16641.084 5986.207 864.181, 16693.916 5960.655 869.052, 16734.957 5944.277 872.071, 16803.217 5920.648 877.339, 16855.408 5907.825 880.026, 16935.922 5890.693 884.714, 16986.504 5882.359 886.547, 17060.752 5870.939 889.407, 17104.828 5865.292 890.351, 17168.484 5856.733 891.445, 17259.252 5844.403 892.156, 17314.391 5837.756 892.315, 17369.07 5832.66 892.395, 17457.213 5824.398 892.428, 17497.383 5820.86 892.418, 17426.904 5807.896 867.216</trace>
</ink>
</file>

<file path=ppt/ink/ink9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17787.771 5355.081 881.477, 17811.494 5426.994 885.308, 17842.188 5503.144 888.374, 17873.043 5565.097 890.895, 17923.473 5624.493 892.194, 17987.277 5601.841 892.384, 18026.217 5539.866 892.4, 18052.148 5484.384 892.412, 18068.238 5442.684 892.417, 18092.027 5375.874 892.426, 18106.844 5331.532 892.426, 18127.473 5269.569 892.425, 18160.184 5173.387 892.416, 18188.539 5079.557 892.279, 18203.736 5027.291 891.71, 18217.812 4981.221 888.467, 18232.141 4940.785 867.141</trace>
</ink>
</file>

<file path=ppt/ink/ink9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18488.408 5139.02 862.93</trace>
</ink>
</file>

<file path=ppt/ink/ink9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14926.524 7519.437 862.93, 15006.035 7489.711 872.558, 15082.186 7456.93 877.007, 15126.718 7436.297 877.577, 15200.415 7402.176 864.359</trace>
</ink>
</file>

<file path=ppt/ink/ink9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14911.538 7706.773 277.604, 14965.594 7712.22 358.488, 15019.818 7742.205 578.908, 15063.688 7799.61 802.118, 15079.91 7843.979 861.326, 15089.242 7890.872 873.169, 15093.637 7932.939 877.229, 15095.881 8004.148 876.778, 15106.689 7928.76 866.117, 15113.915 7871.409 862.543, 15121.058 7820.913 858.955, 15140.601 7725.582 852.456, 15150.777 7685.549 850.428, 15165.643 7628.27 846.108, 15191.223 7548.097 838.091, 15207.049 7507.889 833.514, 15235.266 7445.5 835.027, 15278.251 7488.06 878.78, 15284.384 7536.76 882.548, 15288.426 7583.686 884.605, 15290.567 7624.417 885.051</trace>
</ink>
</file>

<file path=ppt/ink/ink9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15228.761 7287.14 272.54, 15273.275 7255.996 581.772, 15342.338 7245.822 771.402, 15384.804 7241.342 825.337, 15434.334 7235.536 857.833, 15475.239 7230.664 870.394, 15519.23 7223.393 876.497, 15562.228 7215.204 879.819, 15610.341 7202.069 882.021, 15679.146 7174.384 882.539, 15682.428 7219.177 889.179, 15673.94 7296.834 890.077, 15671.156 7342.249 890.093, 15669.237 7385.804 889.791, 15661.197 7457.063 883.264</trace>
</ink>
</file>

<file path=ppt/ink/ink9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15563.468 7340.843 136.826, 15519.076 7317.718 165.971, 15468.39 7302.199 339.792, 15409.05 7317.049 805.068, 15461.853 7357.876 830.397, 15534.8 7347.19 806.231, 15507.596 7402.718 867.876, 15449.851 7463.417 866.201, 15411.087 7505.157 863.276, 15349.177 7573.897 851.283, 15287.47 7644.01 834.758, 15242.89 7700.091 866.396, 15286.934 7682.716 878.649, 15340.063 7659.752 881.569, 15424.787 7626.276 885.723, 15478.569 7605.629 887.549, 15520.586 7590.164 888.929, 15562.233 7575.361 889.814, 15602.438 7561.439 890.427, 15644.052 7546.715 890.878, 15611.625 7501.804 751.504, 15552.764 7482.45 520.854, 15533.072 7548.202 544.757, 15555.572 7619.674 702.03, 15577.838 7702.538 820.063, 15595.969 7778.672 866.242, 15604.566 7820.519 876.475, 15613.957 7869.208 883.161, 15628.79 7816.285 797.64, 15621.312 7771.863 708.874, 15602.661 7680.351 521.807, 15588.973 7615.504 402.202, 15578.235 7561.375 300.712, 15569.675 7512.925 217.088, 15526.82 7547.748 507.12, 15498.729 7613.139 690.57, 15478.824 7653.318 778.119, 15437.947 7719.701 848.146, 15389.756 7790.551 869.666, 15359.113 7834.753 874.955, 15327.518 7878.562 877.251, 15283.753 7934.893 876.552, 15216.158 7956.572 700.074</trace>
</ink>
</file>

<file path=ppt/ink/ink10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15667.127 7726.756 757.092, 15707.985 7736.641 826.205, 15777.762 7772.505 881.352, 15845.325 7809.036 891.95, 15797.653 7730.871 865.12, 15777.364 7688.518 833.599</trace>
</ink>
</file>

<file path=ppt/ink/ink10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16232.882 6959.927 863.231, 16157.538 7027.143 877.211, 16102.229 7094.21 882.563, 16043.005 7166.001 886.565, 15993.106 7217.82 856.858, 16037.265 7207.506 807.973, 16112.796 7174.461 856.868, 16189.08 7138.773 877.275, 16269.734 7104.462 884.212, 16200.927 7163.895 761.038, 16157.814 7179.446 632.639</trace>
</ink>
</file>

<file path=ppt/ink/ink10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15940.638 7262.162 145.071, 15961.744 7325.738 420.992, 15984.84 7394.24 558.513, 15998.795 7450.179 620.089, 16007.999 7511.688 709.962, 16012.075 7559.357 770.053, 16011.754 7637.468 834.29, 16004.162 7706.919 882.083, 15988.068 7777.115 878.489, 15958.406 7715.752 580.042</trace>
</ink>
</file>

<file path=ppt/ink/ink10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15920.655 7377.062 183.174, 15962.642 7346.15 429.645, 16011.801 7331.093 593.798, 16074.099 7318.084 738.622, 16115.543 7310.655 803.924, 16161.183 7303.249 835.526, 16212.679 7296.373 855.571, 16253.369 7291.197 869.97, 16295.901 7285.002 881.255, 16336.471 7279.643 887.852, 16377.877 7272.288 890.384, 16335.36 7260.793 859.106, 16266.493 7266.649 769.796</trace>
</ink>
</file>

<file path=ppt/ink/ink10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16063.03 7254.669 136.826, 16093.503 7304.881 561.575, 16115.274 7354.613 822.589, 16127.622 7397.7 853.343</trace>
</ink>
</file>

<file path=ppt/ink/ink10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16229.136 7225.944 176.702, 16226.354 7276.63 699.934, 16189.456 7349.033 844.443, 16165.612 7389.212 845.111, 16121.881 7452.991 810.225, 16185.236 7410.206 800.641, 16251.544 7388.313 830.886, 16301.524 7414.308 875.999, 16253.309 7487.302 873.722, 16200.032 7554.395 867.458, 16148.444 7613.441 847.136, 16193.508 7632.796 861.247, 16264.994 7617.766 867.508, 16330.072 7629.793 885.906, 16287.854 7687.58 888.833, 16217.851 7732.42 884.712, 16170.67 7751.414 875.723, 16119.346 7762.911 829.32, 16077.965 7766.071 655.271</trace>
</ink>
</file>

<file path=ppt/ink/ink10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16083.013 7628.092 399.575, 16125.061 7637.98 570.263, 16182.639 7677.536 779.054, 16245.592 7726.005 870.39, 16311.387 7767.285 884.176, 16352.673 7788.368 887.888, 16417.281 7814.846 891.67, 16459.158 7831.129 892.251, 16500.672 7841.342 892.405, 16542.104 7848.689 885.214</trace>
</ink>
</file>

<file path=ppt/ink/ink10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16844.848 7182.232 874.284, 16913.471 7217.17 877.773, 16992.057 7260.605 883.728, 17043.02 7289.076 885.944, 17085.391 7314.213 888.857, 17127.098 7340.726 890.678, 17169.672 7367.316 891.703, 17242.072 7414.742 892.333, 17305.365 7455.768 890.985, 17258.191 7399.131 812.974</trace>
</ink>
</file>

<file path=ppt/ink/ink10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17233.258 6959.927 724.544, 17206.297 7031.77 785.641, 17178.943 7089.589 813.741, 17150.418 7141.095 839.019, 17085.295 7233.737 876.839, 17012.467 7331.648 888.097, 16952.822 7425.616 891.277, 16912.168 7504.886 892.097, 16895.311 7545.546 892.189, 16876.828 7612.396 892.114, 16926.561 7550.398 534.655</trace>
</ink>
</file>

<file path=ppt/ink/ink10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17295.701 7493.21 879.336, 17253.271 7471.71 866.537</trace>
</ink>
</file>

<file path=ppt/ink/ink11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6984.723 3637.306 136.826, 6938.893 3601.034 136.826, 6882.71 3555.806 136.826, 6840.613 3509.904 136.826, 6804.28 3452.248 136.826, 6776.966 3386.217 136.826, 6764.466 3343.169 136.826, 6754.79 3296.367 136.826, 6747.32 3238.538 136.826, 6743.009 3189.282 136.826, 6740.311 3135.166 136.826, 6739.676 3077.97 136.941, 6739.314 3037.114 137.55, 6738.829 2988.073 139.941, 6752.942 3042.045 220.353, 6756.111 3118.177 263.752, 6756.654 3188.843 299.492, 6756.993 3234.783 331.24, 6756.33 3309.395 368.353, 6755.435 3405.255 411.275, 6754.832 3467.432 448.547, 6753.553 3549.498 488.333, 6752.26 3645.551 531.032, 6751.408 3707.592 565.853, 6750.412 3792.67 601.172, 6749.313 3890.579 632.893, 6748.607 3953.677 656.177, 6748.591 4025.707 678.35, 6748.593 4102.94 695.939, 6748.6 4152.503 707.697, 6748.603 4213.52 718.595, 6748.619 4280.533 726.386, 6748.634 4323.514 730.585, 6748.644 4376.264 734.444, 6748.214 4432.103 736.569, 6747.317 4508.316 739.12, 6746.464 4552.832 740.025, 6745.108 4610.517 741.425, 6743.583 4687.048 753.395, 6742.146 4728.319 760.013, 6741.219 4797.171 753.64, 6748.963 4707.917 557.045, 6754.216 4655.915 515.109, 6764.725 4562.913 433.805, 6775.097 4487.266 389.782, 6781.831 4438.143 350.323, 6791.968 4368.993 306.172, 6804.306 4285.234 268.242, 6812.308 4231.005 237.412, 6818.608 4188.145 167.306, 6826.111 4138.118 90.112</trace>
</ink>
</file>

<file path=ppt/ink/ink11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6754.924 3155.228 173.971, 6806.737 3139.728 193.009, 6878.426 3110.178 222.851, 6932.009 3085.66 249.225, 6979.417 3064.371 264.686, 7059.368 3029.635 293.369, 7123.591 3003.657 309.245, 7165.159 2986.837 322.904, 7224.08 2963.94 340.107, 7293.178 2935.862 356.228, 7337.865 2917.717 369.647, 7395.714 2897.947 384.155, 7465.858 2876.355 396.846, 7511.092 2862.475 407.408, 7577.716 2844.591 418.745, 7657.403 2822.937 429.781, 7708.762 2809.029 438.936, 7778.923 2799.103 448.35, 7856.887 2788.381 457.237, 7907.145 2781.59 464.337, 7973.045 2777.176 471.814, 8049.608 2772.642 479.353, 8098.933 2769.815 485.706, 8165.556 2771.078 492.27, 8238.932 2774.234 498.851, 8286.13 2776.423 503.968, 8342.066 2783.163 509.227, 8400.525 2791.986 513.887, 8485.094 2807.308 520.607, 8536.913 2820.589 523.249, 8610.784 2841.963 527.361, 8655.351 2858.605 529.486, 8719.303 2887.039 534.159, 8778.336 2923.333 540.929, 8829.628 2973.199 551.602, 8863.755 3019.227 563.334, 8890.151 3075.091 584.829, 8909.264 3157.627 619.159, 8917.606 3235.659 663.162, 8917.651 3302.708 687.467, 8917.558 3346.099 708.947, 8914.836 3411.965 729.977, 8909.871 3485.136 751.699, 8906.579 3532.482 769.301, 8901.336 3590.729 789.506, 8893.444 3662.408 807.38, 8888.292 3708.695 819.202, 8881.396 3775.557 830.632, 8873.377 3852.305 839.072, 8868.187 3901.707 845.525, 8862.153 3961.733 851.965, 8856.056 4022.84 857.484, 8848.252 4105.421 864.995, 8844 4152.676 867.088, 8838.208 4219.434 870.446, 8835.363 4259.946 871.831, 8831.504 4317.712 874.036, 8825.216 4402.096 876.113, 8820.954 4449.389 876.841, 8816.107 4493.033 877.294, 8809.63 4536.944 877.348, 8762.381 4597.884 871.733, 8716.631 4600.156 870.205, 8644.32 4592.34 868.546, 8586.878 4585.928 866.494, 8535.611 4581.618 864.694, 8449.325 4576.531 861.39, 8382.624 4575.947 859.745, 8339.436 4575.59 858.268, 8278.575 4576.245 856.876, 8204.664 4578.922 821.1, 8156.85 4580.685 788.971, 8091.652 4584.933 735.967, 8015.01 4593.042 665.369, 7965.572 4598.336 602.002, 7895.772 4604.878 519.116, 7850.827 4609.137 425.474, 7806.812 4613.853 189.805</trace>
</ink>
</file>

<file path=ppt/ink/ink11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7054.663 4663.908 165.445, 7004.447 4672.438 172.526, 6962.641 4685.129 198.584, 6918.62 4702.698 303.352, 6980.977 4723.472 525.26, 7021.139 4722.845 565.954, 7097.959 4718.126 630.626, 7169.006 4711.792 658.765, 7215.145 4707.643 680.069, 7283.684 4699.186 699.998, 7366.698 4687.463 714.668, 7420.474 4679.8 725.933, 7496.19 4666.844 740.323, 7591.235 4654.884 750.626, 7652.707 4647.134 757.868, 7738.742 4637.667 767.899, 7836.304 4628.463 779.337, 7899.207 4622.53 789.1, 7981.745 4617.787 799.664, 8080.068 4616.554 809.988, 8143.46 4615.835 819.147, 8228.087 4615.812 827.931, 8318.438 4617.676 834.565, 8376.542 4618.935 840.114, 8446.654 4622.413 845.174, 8529.713 4629.164 848.591, 8583.136 4633.593 850.464, 8651.534 4639.574 852.193, 8723.789 4647.018 853.152, 8770.147 4651.833 853.638, 8822.877 4658.507 854.088, 8876.062 4668.158 854.309, 8951.359 4682.01 855.169, 8994.104 4691.349 856.115, 9055.496 4706.142 857.895, 9140.317 4731.482 860.549, 9185.002 4744.244 862.034, 9257.918 4767.926 860.707, 9203.115 4762.674 692.228, 9146.457 4751.022 592.363, 9090.006 4743.904 544.358, 8991.855 4727.418 461.997, 8915.195 4712.191 427.71, 8865.485 4702.317 399.205, 8785.319 4688.81 344.092, 8733.393 4680.071 287.139, 8684.582 4671.091 205.522, 8644.521 4665.157 90.476</trace>
</ink>
</file>

<file path=ppt/ink/ink11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6359.021 4556.502 857.758, 6433.955 4606.458 857.758, 6508.679 4648.039 825.316, 6605.54 4689.534 756.293, 6688.564 4711.981 704.3, 6738.727 4725.544 667.57, 6813.211 4735.318 635.817, 6905.31 4741.488 610.147, 6964.057 4745.423 589.945, 7055.362 4746.207 557.88, 7165.961 4746.321 535.706, 7237.343 4746.14 520.456, 7332.48 4741.147 510.23, 7444.738 4734.21 517.142, 7517.116 4729.58 527.642, 7618.215 4722.584 540.519, 7734.312 4719.79 560.729, 7809.174 4717.974 579.355, 7905.686 4711.034 603.094, 8017.806 4703.457 628.274, 8089.99 4698.532 648.605, 8186.533 4692.672 669.559, 8292.494 4688.485 688.529, 8360.684 4685.812 703.292, 8444.44 4680.53 717.659, 8537.146 4674.049 729.936, 8596.718 4669.812 738.464, 8669.559 4663.957 741.784, 8746.835 4658.899 740.208, 8796.388 4655.652 737.535, 8850.308 4651.327 730.318, 8901.97 4646.779 720.549, 8971.467 4640.583 695.046, 9050.058 4633.21 631.916, 9110.375 4623.511 448.904</trace>
</ink>
</file>

<file path=ppt/ink/ink11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6643.771 2991.621 199.96, 6655.125 3046.119 204.42, 6662.904 3094.547 207.53, 6670.714 3161.371 209.47, 6679.652 3263.459 211.533, 6684.373 3354.626 214.518, 6687.304 3411.219 216.729, 6691.384 3495.148 219.475, 6696.205 3603.625 227.248, 6699.564 3676.542 235.289, 6703.874 3783.324 246.467, 6709.29 3909.579 258.645, 6712.765 3991.145 269.532, 6717.682 4101.762 281.855, 6724.392 4231.13 294.211, 6728.73 4314.556 304.677, 6735.095 4418.852 315.507, 6743.189 4529.866 325.627, 6748.422 4601.285 332.778, 6755.812 4680.938 339.769, 6764.571 4763.365 344.808, 6770.229 4816.175 348.522, 6777.452 4869.553 351.815, 6785.212 4921.197 353.876, 6796.116 4989.474 356.136, 6806.703 5046.306 355.303, 6814.611 5091.35 353.355, 6822.327 5133.915 349.201, 6839.713 5072.95 215.068, 6842.474 5023.979 199.076, 6845.868 4937.302 174.525, 6845.126 4867.118 166.957, 6844.639 4821.541 161.483, 6841.663 4752.481 154.24, 6839.712 4707.754 130.636, 6838.328 4664.45 106.768</trace>
</ink>
</file>

<file path=ppt/ink/ink11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6808.627 3503.673 302.019, 6872.977 3544.59 295.979, 6922.634 3566.765 302.798, 7011.407 3593.701 310.854, 7103.405 3612.08 317.776, 7179.13 3618.812 321.639, 7228.198 3623.085 325.247, 7297.31 3624.978 336.727, 7381.02 3625.22 351.594, 7435.2 3625.288 363.836, 7512.511 3618.685 378.362, 7608.085 3606.766 392.646, 7669.795 3598.929 405.197, 7755.099 3586.302 417.407, 7852.17 3569.641 428.711, 7914.754 3558.799 438.809, 7999.299 3542.004 448.131, 8097.172 3523.124 453.768, 8160.266 3510.863 457.283, 8242.042 3496.691 461.391, 8323.429 3484.468 464.341, 8375.715 3476.623 466.367, 8435.845 3471.081 469.388, 8500.019 3470.239 473.092, 8541.164 3469.804 476.262, 8592.723 3474.839 479.773, 8646.47 3486.219 483.574, 8720.871 3507.905 490.366, 8762.308 3529.17 494.823, 8820.285 3566.668 502.997, 8872.81 3619.038 512.086, 8918.215 3694.241 528.502, 8948.393 3768.813 554.141, 8962.757 3828.735 576.148, 8980.909 3920.205 623.664, 8988.359 3979.065 652.439, 8996.972 4061.324 704.488, 8999.844 4112.426 729.116, 9003.623 4186.64 773.825, 9005.3 4236.612 792.909, 9007.443 4312.133 822.572, 9008.124 4362.158 832.732, 9008.814 4435.197 848.169, 9008.981 4478.772 854.192, 9009.146 4538.74 863.446, 9007.841 4617.521 870.356, 9007.164 4658.625 872.899, 9000.659 4741.303 875.27, 8976.083 4807.01 874.01, 8894.621 4821.219 869.154, 8854.337 4812.542 860.408, 8790.286 4790.913 845.901, 8727.803 4768.375 832.048, 8676.959 4753.185 825.416, 8585.852 4724.959 806.63, 8515.401 4704.641 715.919, 8469.776 4691.478 635.309, 8414.9 4675.544 389.636</trace>
</ink>
</file>

<file path=ppt/ink/ink11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6580.077 4849.996 792.341, 6635.276 4855.316 792.341, 6687.101 4863.1 788.809, 6772.344 4872.608 783.473, 6840.998 4875.269 773.776, 6884.331 4876.949 766.344, 6951.407 4872.26 756.784, 7041.654 4862.252 740.056, 7100.171 4855.747 725.002, 7186.946 4840.441 708.178, 7289.996 4822.901 692.873, 7356.553 4811.44 679.874, 7448.555 4790.698 674.69, 7561.485 4765.222 673.768, 7634.437 4748.668 675.216, 7734.582 4728.604 683.049, 7849.658 4708.107 694.743, 7923.849 4694.881 707.616, 8026.127 4675.649 719.978, 8146.01 4653.106 732.601, 8223.302 4638.555 744.019, 8322.279 4619.349 754.75, 8433.812 4597.739 762.363, 8505.586 4583.854 768.042, 8601.864 4565.524 773.263, 8709.817 4545.759 775.742, 8779.306 4533.014 776.804, 8864.351 4517.197 776.549, 8956.563 4500.854 767.951, 9015.774 4490.371 760.088, 9091.481 4477.795 748.474, 9171.049 4464.879 723.209, 9222.125 4456.608 700.392, 9283.237 4446.802 673.041, 9344.448 4436.565 630.238, 9429.011 4421.775 549.051, 9474.82 4412.974 492.16, 9523.111 4403.673 383.42</trace>
</ink>
</file>

<file path=ppt/ink/ink11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6729.946 3474.948 258.347, 6779.145 3474.948 258.347, 6827.117 3473.14 258.347, 6882.027 3472.314 260.384, 6964.634 3472.564 263.161, 7058.835 3475.499 265.4, 7140.369 3477.981 266.412, 7234.468 3480.006 267.43, 7297.592 3481.338 268.778, 7379.886 3482.646 270.107, 7433.054 3483.515 271.303, 7510.667 3484.079 272.628, 7606.752 3483.116 279.62, 7713.5 3481.593 288.866, 7782.884 3480.602 297.187, 7868.196 3479.486 309.655, 7923.08 3478.748 320.831, 8000.28 3478.263 333.496, 8093.882 3477.06 350.271, 8195.814 3474.945 368.145, 8262.072 3473.569 384.231, 8339.997 3472.231 400.392, 8390.035 3471.381 412.915, 8456.075 3469.953 425.44, 8533.119 3468.139 437.9, 8613.664 3466.522 448.214, 8666.02 3465.472 457.497, 8728.283 3464.346 465.352, 8819.235 3463.619 474.196, 8871.922 3463.614 477.449, 8923.417 3463.617 473.968, 8991.477 3463.189 458.402, 9039.802 3462.754 431.98, 9090.356 3462.58 385.408, 9138.783 3462.911 306.401, 9082.796 3478.563 256.268, 9030.694 3487.991 237.922, 8974.77 3498.097 187.499, 8934.662 3504.58 81.834</trace>
</ink>
</file>

<file path=ppt/ink/ink11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7265.728 3424.992 783.681, 7297.489 3376.256 738.505, 7374.031 3330.753 619.746, 7417.454 3315.335 590.392, 7492.681 3296.81 534.567, 7562.567 3290.342 504.339, 7607.891 3286.281 477.134, 7675.899 3284.084 452.264, 7758.479 3281.021 439.593, 7811.917 3279.149 433.191, 7883.873 3276.603 427.114, 7968.487 3273.295 423.849, 8023.162 3271.218 422.039, 8099.465 3266.322 415.663, 8190.324 3259.618 408.003, 8248.857 3255.273 401.38, 8322.795 3249.791 394.218, 8404.895 3243.562 387.113, 8457.742 3239.538 380.786, 8526.651 3234.263 374.704, 8605.06 3229.081 368.763, 8655.512 3225.736 363.473, 8719.321 3223.118 358.425, 8785.503 3220.579 355.038, 8827.963 3218.975 352.853, 8878.158 3217.933 350.379, 8930.24 3217.735 348.313, 9003.054 3218.91 344.991, 9043.279 3221.1 343.409, 9100.73 3224.374 341.006, 9154.236 3229.28 339.284, 9201.109 3236.057 336.4, 9248.465 3247.228 331.86, 9301.902 3270.756 320.253, 9327.811 3328.583 444.068, 9316.602 3369.627 507.706, 9291.331 3447.324 545.45, 9267.449 3513.888 560.76, 9247.76 3567.42 565.953, 9216.045 3653.928 576.795, 9192.252 3726.477 590.653, 9176.839 3773.462 602.783, 9156.63 3843.879 617.74, 9133.373 3928.42 638.725, 9118.365 3983.073 657.525, 9101.964 4048.729 678.418, 9083.46 4123.852 699.957, 9071.561 4172.325 719.123, 9057.624 4233.961 737.743, 9043.393 4304.205 754.074, 9034.297 4349.337 766.057, 9024.84 4403.043 777.738, 9015.729 4456.911 787.298, 9004.409 4528.882 799.025, 8993.202 4618.302 808.375, 8990.62 4660.678 812.024, 8990.509 4702.931 815.152, 8994.113 4750.362 818.678, 9010.647 4820.301 780.169, 8993.298 4754.856 434.303, 8956.38 4698.113 381.653, 8915.912 4640.542 276.65, 8887.69 4600.332 84.57</trace>
</ink>
</file>

<file path=ppt/ink/ink11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6517.632 3541.14 343.015, 6544.88 3584.284 343.015, 6573.312 3624.933 340.605, 6613.973 3678.094 338.469, 6675.607 3754.5 335.498, 6729.619 3817.547 333.916, 6815.112 3912.187 331.691, 6879.717 3975.948 330.782, 6923.132 4019.165 329.358, 6986.14 4070.399 328.224, 7068.545 4125.144 327.62, 7121.801 4160.34 327.249, 7201.612 4200.941 326.769, 7297.451 4240.668 326.484, 7359.359 4266.049 326.334, 7447.451 4291.851 325.986, 7557.471 4313.971 325.187, 7628.56 4327.967 324.495, 7729.266 4337.951 323.606, 7848.753 4341.909 322.622, 7925.858 4344.19 321.713, 8035.351 4340.797 320.829, 8165.285 4332.594 319.633, 8249.146 4327.077 318.58, 8361.7 4318.175 317.414, 8495.804 4306.945 314.551, 8582.256 4299.568 312.161, 8699.594 4287.684 309.09, 8834.503 4275.074 305.965, 8921.463 4266.906 303.199, 9033.812 4253.18 300.484, 9151.236 4234.575 297.951, 9226.763 4222.559 295.829, 9321.491 4197.912 271.768, 9382.283 4181.962 230.949, 9428.935 4172.75 192.621, 9482.537 4154.354 79.813</trace>
</ink>
</file>

<file path=ppt/ink/ink12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4337.04 11044.576 154.382, 4316.477 10997.791 158.98, 4266.854 10945.125 234.765, 4200.588 10897.61 423.713, 4153.157 10872.332 565.139, 4073.828 10842.669 692.382, 4023.98 10829.572 747.65, 3945.157 10812.28 816.434, 3885.662 10805.611 842.597, 3790.013 10799.18 862.289, 3721.397 10798.184 867.521, 3677.011 10797.628 870.311, 3616.505 10799.116 871.417, 3552.176 10803.699 872.092, 3510.659 10806.726 872.459, 3447.783 10814.01 872.701, 3375.358 10824.554 872.758, 3328.677 10831.418 872.666, 3262.886 10841.64 872.516, 3193.087 10855.811 872.283, 3148.141 10865.017 872.043, 3091.898 10881.633 871.783, 3028.742 10904.374 871.568, 2988.031 10919.106 871.394, 2932.324 10943.305 871.35, 2868.684 10974.914 871.397, 2827.748 10995.381 871.455, 2774.554 11026.41 871.591, 2717.415 11062.895 871.78, 2637.69 11117.807 872.344, 2595.07 11154.401 872.994, 2536.668 11211.554 874.265, 2506.236 11255.302 875.106, 2466.686 11325.349 876.642, 2450.848 11377.109 877.44, 2435.702 11457.074 878.828, 2437.036 11508.377 879.429, 2447.661 11583.416 880.293, 2472.971 11647.607 880.844, 2507.423 11692.605 881.048, 2558.274 11740.589 881.188, 2648.329 11809.669 881.507, 2722.109 11849.245 881.773, 2770.008 11874.683 881.99, 2839.69 11904.067 882.365, 2929.616 11932.198 882.781, 2988.066 11950.481 883.155, 3076.818 11968.744 883.647, 3188.264 11984.765 884.167, 3260.323 11994.923 884.632, 3361.659 12003.742 885.245, 3489.525 12009.671 885.933, 3572.143 12013.323 886.526, 3686.547 12015.255 887.154, 3819.322 12015.894 887.793, 3905.022 12016.182 888.337, 4024.531 12014.153 888.912, 4160.457 12009.203 889.416, 4248.08 12005.926 889.842, 4360.42 11998.033 890.244, 4492.081 11985.784 890.546, 4576.819 11977.817 890.752, 4685.955 11965.107 890.95, 4802.601 11947.546 891.101, 4877.627 11936.137 891.189, 4971.145 11919.859 891.272, 5074.05 11900.005 891.318, 5140.147 11887.146 891.345, 5218.999 11870.814 891.366, 5293.877 11853.186 891.377, 5341.748 11841.82 891.384, 5391.917 11827.346 891.39, 5440.636 11810.949 891.391, 5506.032 11786.481 891.389, 5584.685 11742.738 891.383, 5641.359 11662.39 891.382, 5647.7 11612.8 891.382, 5640.821 11570.003 891.438, 5621.648 11501.69 891.563, 5597.46 11451.479 891.644, 5553.203 11375.224 891.789, 5510.729 11324.365 891.858, 5431.923 11245.815 891.977, 5361.032 11191.977 892.029, 5315.05 11157.291 892.056, 5245.726 11109.933 892.069, 5161.386 11055.085 892.066, 5106.763 11019.757 892.058, 5026.506 10973.752 892.022, 4922.744 10924.216 891.935, 4855.619 10892.32 891.856, 4759.262 10854.751 891.759, 4644.793 10816.036 891.607, 4570.896 10791.2 891.47, 4464.819 10764.868 891.312, 4339.242 10740.109 891.035, 4258.147 10724.342 890.786, 4152.709 10709.665 890.492, 4028.063 10697.777 890.191, 3947.74 10690.318 889.938, 3837.93 10684.139 889.719, 3717.638 10681.238 889.536, 3640.151 10679.548 889.395, 3539.273 10680.666 889.269, 3423.531 10687.289 889.169, 3349.066 10691.699 889.128, 3252.369 10700.327 889.084, 3147.247 10713.528 889.066, 3079.68 10722.144 889.066, 2992.341 10737.053 889.063, 2892.48 10758.72 889.059, 2828.239 10772.792 889.052, 2746.604 10796.562 889.043, 2694.222 10811.981 889.034, 2628.958 10837.88 889.023, 2559.951 10871.549 888.945, 2491.819 10912.41 888.846, 2448.113 10938.866 888.758, 2399.323 10975.117 888.663, 2354.014 11015.835 888.56, 2295.762 11075.632 888.376, 2239.471 11171.796 888.116, 2231.644 11215.543 887.956, 2230.871 11292.165 887.638, 2245.26 11351.757 887.444, 2276.958 11442.313 887.104, 2311.441 11499.41 886.942, 2371.177 11580.231 886.669, 2425.552 11626.696 886.549, 2523.285 11692.001 886.417, 2609.387 11727.007 886.383, 2665.198 11749.378 886.364, 2745.341 11772.781 886.454, 2844.628 11795.163 886.595, 2908.897 11809.395 886.727, 3005.615 11825.733 886.968, 3124.891 11840.517 887.247, 3202.015 11849.88 887.5, 3305.315 11859.514 887.757, 3432.189 11867.331 888.005, 3514.042 11872.245 888.229, 3627.063 11877.213 888.437, 3754.436 11881.209 888.818, 3836.589 11883.703 889.142, 3950.248 11883.996 889.548, 4083.646 11883.649 889.951, 4169.591 11883.361 890.292, 4278.626 11881.847 890.641, 4348.782 11880.815 890.945, 4447.629 11877.904 891.234, 4566.822 11873.353 891.509, 4691.345 11866.386 891.76, 4771.55 11861.844 891.906, 4866.22 11854.903 892.04, 4969.48 11845.537 892.123, 5035.787 11839.454 892.17, 5119.209 11829.296 892.214, 5207.277 11817.838 892.239, 5264.521 11810.392 892.261, 5324.929 11801.592 892.274, 5382.95 11791.477 892.28, 5461.393 11775.845 892.287, 5504.552 11763.328 892.288, 5563.63 11743.812 892.29, 5641.569 11705.116 892.29, 5709.468 11618.071 892.29, 5724.184 11563.672 892.29, 5724.84 11520.088 892.29, 5718.612 11451.787 892.272, 5704.065 11405.929 892.248, 5674.107 11336.143 892.202, 5645.259 11292.98 892.179, 5592.088 11228.02 892.138, 5540.939 11182.886 892.12, 5448.931 11115.027 892.064, 5367.377 11071.922 892.022, 5314.504 11044.172 891.987, 5236.714 11009.296 891.886, 5141.591 10972.287 891.707, 5079.969 10948.464 891.547, 4986.302 10919.687 891.358, 4867.229 10889.716 891.09, 4790.221 10870.521 890.848, 4684.335 10850.068 890.581, 4553.981 10830.842 890.318, 4469.834 10818.588 890.084, 4352.221 10805.307 889.859, 4217.87 10794.242 889.671, 4131.145 10787.246 889.533, 4010.083 10781.37 889.406, 3869.197 10775.957 889.305, 3778.409 10772.593 889.248, 3661.795 10770.406 889.188, 3528.261 10770.865 889.148, 3442.3 10771.247 889.124, 3328.823 10774.597 889.014, 3206.729 10781.721 888.876, 3128.155 10786.386 888.756, 3029.229 10794.735 888.633, 2918.831 10807.27 888.516, 2847.919 10815.439 888.412, 2759.734 10830.057 888.322, 2669.958 10850.189 888.245, 2612.391 10863.254 888.178, 2551.932 10882.823 888.117, 2491.698 10908.794 888.085, 2407.808 10952.046 888.058, 2363.434 10984.666 888.047, 2306.253 11035.446 888.035, 2254.985 11126.524 887.728, 2250.991 11170.229 887.451, 2258.267 11245.167 886.899, 2283.821 11308.546 886.465, 2300.639 11349.538 886.075, 2332.839 11407.641 885.643, 2380.054 11472.661 885.182, 2410.822 11514.726 884.798, 2464.494 11564.218 884.417, 2542.834 11614.725 884.07, 2593.707 11647.269 883.817, 2673.298 11686.145 883.58, 2771.85 11725.211 883.39, 2835.652 11750.154 883.275, 2926.748 11778.335 883.133, 2985.675 11796.227 883.034, 3079.011 11819.449 882.95, 3139.679 11834.545 882.875, 3230.057 11854.25 882.81, 3339.174 11873.453 882.753, 3410.1 11885.935 882.702, 3512.732 11898.684 882.657, 3633.754 11910.324 882.617, 3712.417 11917.892 882.58, 3814.278 11923.533 882.572, 3938.974 11926.316 882.57, 4019.282 11927.964 882.574, 4129.97 11926.819 882.581, 4253.95 11921.508 882.591, 4333.852 11917.966 882.603, 4442.059 11909.015 882.92, 4570.112 11894.271 883.597, 4652.606 11884.643 884.206, 4759.397 11868.632 884.949, 4879.96 11848.023 885.739, 4957.538 11834.643 886.448, 5061.578 11816.192 886.998, 5178.041 11793.598 887.45, 5253.032 11778.972 887.857, 5346.528 11759.717 887.468, 5448.636 11736.213 886.63, 5514.218 11721.056 885.74, 5590.521 11697.024 884.747, 5656.682 11668.241 883.688, 5698.988 11649.672 882.692, 5766.945 11605.922 880.512, 5806.963 11577.145 857.27</trace>
</ink>
</file>

<file path=ppt/ink/ink12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12345.033 12601.963 404.759, 12292.355 12605.28 501.476, 12356.498 12610.804 649.997, 12421.904 12613.724 688.491, 12516.155 12613.766 717.996, 12610.365 12614.819 739.319, 12689.116 12615.601 749.884, 12740.12 12616.097 756.661, 12815.807 12615.976 765.703, 12906.427 12616.34 775.082, 12965.014 12616.56 783.386, 13047.403 12617.146 793.09, 13152.048 12617.531 802.462, 13219.677 12617.789 810.647, 13317.244 12618.842 819.772, 13432.916 12620.84 827.134, 13507.553 12622.138 833.307, 13613.665 12625.195 838.973, 13743.215 12630.291 843.103, 13826.859 12633.597 846.292, 13938.389 12638.404 849.189, 14072.759 12645.512 851.527, 14159.407 12650.132 853.236, 14279.977 12658.008 855.024, 14416.554 12668.432 856.134, 14504.617 12675.19 856.864, 14625.664 12682.685 857.577, 14766.487 12692.843 858.232, 14857.201 12699.404 858.802, 14972.879 12710.76 859.341, 15106.228 12722.533 859.83, 15192.065 12730.134 860.093, 15305.905 12738.62 860.335, 15431.317 12748.499 860.469, 15512.041 12754.85 860.551, 15615.911 12762.966 860.626, 15733.076 12771.744 860.674, 15808.39 12777.378 860.699, 15904.309 12782.371 860.698, 16006.212 12788.621 860.677, 16071.658 12792.623 860.653, 16153.189 12798.771 860.614, 16243.951 12805.375 860.558, 16302.243 12809.608 860.505, 16375.135 12810.591 860.448, 16449.293 12811.618 860.375, 16496.816 12812.236 860.31, 16549.859 12813.525 860.24, 16603.201 12816.117 860.153, 16676.355 12817.943 859.997, 16766.551 12818.884 858.174, 16836.4 12821.9 827.013, 16770.307 12812.869 620.717, 16692.531 12803.48 483.366, 16639.436 12797.129 219.442, 16599.229 12792.098 65.694</trace>
</ink>
</file>

<file path=ppt/ink/ink12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11972.859 12803.037 410.694, 12021.787 12803.037 211.475, 12104.71 12792.72 207.87, 12161.142 12786.142 218.019, 12253.338 12777.364 236.988, 12325.687 12771.729 265.57, 12372.712 12768.066 291.292, 12435.521 12761.252 321.964, 12516.533 12753.278 351.663, 12569.188 12748.099 378.392, 12647.751 12742.125 403.51, 12747.272 12733.858 423.455, 12811.587 12728.523 439.233, 12901.688 12720.181 464.49, 13010.776 12710.793 488.221, 13081.202 12704.728 506.663, 13185.022 12696.796 537.924, 13309.673 12688.6 580.089, 13390.152 12683.319 617.221, 13501.836 12676.785 654.177, 13640.288 12669.915 691.854, 13729.629 12665.51 725.556, 13853.274 12661.318 758.412, 14000.785 12658.66 784.573, 14095.984 12656.982 806.053, 14230.085 12654.566 825.544, 14383.815 12653.046 838.052, 14482.97 12652.103 843.868, 14620.526 12652.817 849.141, 14778.259 12653.766 852.674, 14879.889 12654.42 854.169, 15013.74 12655.286 855.524, 15169.87 12658.527 855.87, 15270.439 12660.633 856.025, 15400.057 12664.661 855.352, 15547.141 12669.955 853.408, 15641.84 12673.396 851.631, 15766.755 12674.304 846.627, 15902.793 12676.206 840.459, 15990.287 12677.435 834.901, 16102.54 12680.449 827.425, 16230.428 12684.176 819.486, 16312.609 12686.563 812.339, 16416.094 12687.67 800.359, 16528.129 12688.798 778.628, 16600.096 12689.495 759.516, 16692.516 12691.277 736.963, 16795.15 12692.011 713.819, 16861.117 12692.47 693.566, 16942.988 12692.325 673.37, 17023.371 12693.085 647.592, 17074.863 12693.557 624.812, 17137.135 12693.864 600.273, 17204.855 12694.513 577.655, 17248.254 12694.929 561.215, 17299.953 12695.641 544.736, 17353.322 12696.087 530.946, 17427.318 12697.019 502.946, 17490.791 12697.697 471.748, 17541.174 12697.533 446.642, 17591.695 12697.002 413.72, 17543.307 12678.458 400.375, 17468.65 12654.071 399.834, 17374.514 12627.063 399.654, 17288.293 12604.981 363.618, 17232.318 12590.64 331.204, 17183.648 12577.9 254.298, 17134.592 12565.744 119.903</trace>
</ink>
</file>

<file path=ppt/ink/ink12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11434.58 12975.387 483.372, 11492.105 12965.549 483.372, 11554.042 12955.197 455.641, 11621.465 12942.917 430.902, 11729.435 12926.023 399.957, 11820.146 12912.716 403.74, 11877.404 12904.315 406.639, 11961.337 12888.323 424.501, 12072.509 12869.613 445.134, 12144.315 12857.528 463.703, 12249.921 12843.472 485.704, 12375.767 12829.526 513.319, 12457.034 12820.563 539.975, 12571.89 12806.318 565.338, 12711.974 12792.699 589.709, 12802.397 12783.943 607.193, 12924.09 12774.265 623.275, 13070.345 12765.014 632.499, 13164.676 12759.107 637.78, 13291.566 12749.066 642.624, 13438.83 12740.409 645.176, 13533.775 12734.847 646.528, 13665.056 12730.342 647.764, 13814.239 12726.2 648.415, 13910.32 12723.568 648.761, 14038.349 12717.869 649.072, 14187.629 12713.334 649.232, 14283.742 12710.426 649.311, 14407.367 12708.536 649.383, 14548.872 12708.276 648.213, 14639.964 12708.139 647.147, 14761.205 12706.72 645.589, 14896.677 12706.252 643.676, 14983.864 12705.968 641.947, 15097.249 12706.223 639.995, 15228.113 12707.33 638.041, 15312.273 12708.061 636.282, 15419.258 12707.651 633.732, 15539.817 12708.271 630.956, 15617.347 12708.659 628.877, 15720.022 12709.357 625.783, 15835.994 12710.714 622.591, 15910.604 12711.59 619.894, 16004.292 12708.173 601.218, 16109.623 12706.388 577.178, 16177.305 12705.217 555.611, 16264.275 12704.897 493.256, 16320.105 12704.7 418.888, 16361.723 12703.851 303.675, 16412.727 12704.373 111.902</trace>
</ink>
</file>

<file path=ppt/ink/ink12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5728.322 2859.842 307.571, 5728.322 2813.388 658.786, 5694.614 2902.035 832.93, 5674.979 2973.101 844.052, 5662.189 3029.428 849.931, 5644.043 3113.727 860.102, 5632.813 3175.706 865.176, 5625.574 3215.826 869.692, 5616.879 3276.907 874.054, 5608.648 3353.596 878.299, 5603.392 3403.098 880.504, 5598.204 3464.517 882.767, 5594.916 3525.788 884.565, 5591.506 3610.828 887.088, 5591.58 3660.518 888.113, 5593.538 3730.844 889.521, 5597.006 3775.302 890.069, 5603.001 3837.22 890.808, 5618.014 3921.986 891.395, 5630.891 3967.818 891.566, 5646.425 4008.476 891.602, 5688.387 4074.3 890.044, 5716.7 3992.513 863.875, 5708.847 3933.732 843.448, 5697.61 3886.122 832.237, 5674.856 3802.762 812.861, 5654.619 3736.845 804.413, 5641.455 3694.142 797.034, 5620.933 3635.369 708.481, 5598.419 3569.667 504.871, 5584.54 3529.59 175.371</trace>
</ink>
</file>

<file path=ppt/ink/ink12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5369.886 2997.222 425.717, 5421.45 2994.858 555.749, 5493.466 2982.811 671.138, 5559.581 2970.951 738.678, 5618.089 2960.207 773.622, 5711.284 2943.367 832.415, 5774.993 2931.644 849.685, 5816.242 2924.053 856.942, 5870.525 2915.131 863.902, 5931.729 2905.83 868.641, 6026.597 2895.055 872.637, 6091.456 2892.456 874.398, 6133.204 2890.845 875.668, 6186.039 2891.126 876.91, 6243.01 2894.926 877.923, 6322.987 2904.435 879.447, 6366.284 2915.221 879.972, 6425.875 2935.287 880.944, 6503.583 2985.907 882.318, 6560.83 3054.692 884.079, 6599.06 3131.16 885.959, 6621.766 3219.9 887.595, 6625.513 3263.253 888.149, 6628.894 3328.951 889.086, 6627.712 3373.639 889.566, 6623.667 3440.757 890.354, 6619.308 3484.934 890.729, 6612.794 3544.346 891.317, 6600.557 3625.898 891.927, 6592.014 3674.691 892.138, 6583.319 3717.329 892.274, 6571.869 3768.205 892.362, 6560.141 3811.459 892.367, 6527.542 3875.61 890.905, 6486.341 3896.619 887.827, 6442.092 3902.659 885.751, 6398.392 3901.126 884.782, 6327.215 3895.82 806.253, 6265.618 3889.729 496.357</trace>
</ink>
</file>

<file path=ppt/ink/ink12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5122.602 4076.278 857.912, 5166.765 4105.189 858.469, 5206.888 4113.72 862.001, 5246.952 4117.452 864.804, 5312.961 4120.51 870.383, 5365.524 4119.591 873.851, 5453.23 4113.219 880.209, 5527.384 4102.799 882.794, 5575.399 4095.978 884.9, 5645.601 4085.342 886.891, 5728.654 4070.877 888.286, 5782.336 4061.464 889.317, 5847.802 4047.813 890.276, 5921.059 4031.418 890.889, 5968.319 4020.781 891.244, 6036.258 4005.891 891.568, 6113.667 3990.081 891.763, 6163.452 3979.893 891.872, 6225.943 3967.954 891.944, 6287.748 3956.733 891.961, 6372.694 3940.877 891.942, 6418.107 3932.69 891.916, 6480.302 3921.417 891.854, 6534.255 3912.994 891.8, 6582.912 3905.75 891.586, 6632.064 3899.046 890.205, 6673.59 3894.529 876.548</trace>
</ink>
</file>

<file path=ppt/ink/ink12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6587.57 3755.425 154.382, 6629.789 3755.425 436.753, 6679.422 3755.425 534.663, 6751.47 3755.425 608.854, 6804.17 3755.425 655.717, 6896.075 3745.896 733.339, 6993.605 3727.732 802.755, 7034.536 3717.043 819.101, 7098.897 3699.376 844.309, 7144.605 3686.205 850.907, 7214.096 3665.502 858.547, 7258.926 3650.978 860.817, 7323.893 3629.72 861.994, 7417.831 3599.975 864.006, 7503.109 3573.688 869.913, 7585.535 3560.788 875.502, 7673.3 3560.634 880.245, 7764.967 3577.749 882.076, 7858.685 3607.786 882.838, 7950.157 3646.316 883.623, 8043.615 3687.036 884.746, 8084.181 3702.892 885.207, 8147.252 3725.077 886.085, 8191.419 3736.307 886.544, 8258.813 3751.729 887.252, 8303.825 3759.188 887.551, 8369.015 3768.361 887.978, 8463.517 3773.512 888.376, 8555.356 3769.217 888.829, 8650.124 3755.077 889.333, 8690.834 3746.242 889.485, 8753.212 3731.449 889.745, 8795.532 3718.927 889.885, 8859.168 3698.436 890.126, 8958.516 3657.875 890.428, 9054.641 3613.884 890.665, 9156.537 3572.233 890.803, 9199.321 3558.744 890.82, 9261.689 3541.342 890.836, 9357.181 3524.066 890.836, 9411.049 3519.459 890.832, 9465.968 3524.574 890.841, 9509.326 3534.364 890.857, 9556.31 3556.388 890.902, 9608.85 3597.744 891.009, 9652.565 3638.778 891.174, 9731.367 3722.724 891.508, 9812.499 3803.468 891.797, 9895.097 3866.364 891.992, 9977.679 3916.892 892.138, 10062.319 3952.448 892.255, 10160.854 3975.035 892.343, 10206.582 3979.007 892.36, 10277.887 3981.741 892.383, 10327.022 3980.067 892.388, 10398.871 3974.6 892.393, 10442.01 3967.756 892.393, 10506.914 3955.02 892.393, 10549.381 3944.33 892.397, 10615.689 3925.322 892.404, 10664.669 3909.087 892.41, 10740.634 3883.295 892.417, 10792.733 3863.675 892.416, 10871.266 3830.757 892.415, 10920.132 3806.167 892.415, 10991.625 3767.505 892.412, 11035.935 3740.856 892.41, 11102.422 3701.385 892.405, 11146.745 3677.281 892.405, 11212.809 3645.44 892.405, 11256.417 3629.246 892.405, 11320.909 3608.587 892.405, 11361.597 3599.409 892.405, 11421.658 3588.946 892.405, 11503.969 3585.443 892.405, 11549.681 3590.458 892.405, 11596.316 3604.86 892.405, 11669.656 3641.985 892.417, 11712.026 3672.504 892.425, 11781.507 3724.124 892.436, 11822.823 3753.482 892.439, 11895.133 3797.406 892.439, 11938.519 3818.414 892.439, 12012.728 3843.339 892.439, 12055.592 3852.842 892.439, 12132.711 3859.756 892.439, 12182.177 3856.275 892.439, 12226.885 3850.035 892.439, 12280.357 3836.986 892.439, 12342.626 3816.473 892.439, 12393.438 3797.139 892.439, 12475.237 3756.108 892.439, 12547.43 3713.802 892.439, 12589.609 3688.487 892.439, 12633.085 3665.02 892.439, 12705.334 3634.386 892.439, 12747.786 3626.076 892.439, 12817.353 3623.325 892.439, 12857.929 3632.884 892.439, 12925.362 3662.09 892.439, 13010.667 3719.635 892.439, 13080.845 3770.692 892.439, 13121.937 3796.633 892.439, 13196.224 3833.509 892.439, 13248.589 3848.784 892.439, 13291.757 3858.529 892.439, 13341.099 3865.787 892.439, 13396.367 3868.302 892.439, 13440.988 3867.607 892.439, 13487.167 3864.882 892.439, 13536.03 3857.37 892.439, 13607.147 3838.793 892.439, 13648.993 3822.182 892.435, 13718.506 3788.029 892.349, 13763.644 3764.649 891.748, 13849.551 3730.951 889.11, 13900.478 3717.979 887.79, 13942.082 3710.25 879.849</trace>
</ink>
</file>

<file path=ppt/ink/ink12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9907.166 4370.317 385.989, 9854.16 4360.072 462.142, 9806.979 4347.892 479.41, 9742.119 4332.507 501.034, 9697.483 4322.325 508.702, 9645.121 4312.14 514.349, 9576.654 4298.652 520.364, 9515.481 4287.324 526.699, 9469.989 4280.235 534.485, 9398.863 4269.147 549.986, 9348.925 4264.96 558.957, 9275.744 4260.961 574.447, 9228.988 4262.38 581.536, 9161.108 4266.178 593.108, 9116.9 4273.836 598.314, 9050.042 4288.312 605.135, 9006.318 4302.043 609.061, 8941.771 4324.745 615.62, 8901.075 4343.884 619.468, 8841.485 4374.997 626.328, 8780.737 4413.935 633.805, 8722.351 4461.668 646.452, 8679.426 4503.856 664.031, 8623.037 4575.046 707.765, 8586.286 4644.558 748.598, 8570.779 4736.445 785.049, 8577.689 4781.672 793.591, 8621.166 4857.458 804.164, 8682.035 4908.511 816.316, 8725.563 4932.5 822.512, 8786.639 4955.913 828.862, 8882.649 4986.448 839.759, 8954.202 5000.364 844.71, 9000.587 5009.224 849.06, 9071.058 5017.198 853.161, 9159.188 5023.077 856.166, 9216.166 5026.712 858.021, 9294.854 5029.076 859.817, 9384.169 5030.464 861.063, 9441.783 5031.257 861.819, 9517.781 5030.001 862.542, 9607.091 5026.891 863.11, 9664.665 5024.817 863.492, 9741.526 5020.81 863.847, 9824.617 5015.959 864.108, 9878.055 5012.795 864.247, 9943.36 5007.638 864.373, 10012.723 5000.296 864.445, 10057.287 4995.526 864.487, 10117.268 4987.55 864.502, 10186.311 4977.072 864.489, 10230.646 4970.292 864.47, 10286.492 4959.682 864.424, 10346.63 4946.618 864.354, 10431.647 4925.567 864.217, 10479.551 4910.779 864.168, 10548.925 4887.919 864.092, 10589.998 4872.249 864.183, 10651.093 4845.812 864.401, 10742.121 4798.237 865.102, 10822.095 4742.014 865.824, 10883.54 4680.295 866.092, 10924.47 4607.364 866.04, 10938.782 4526.821 865.863, 10930.456 4473.395 865.751, 10893.971 4411.051 865.707, 10846.713 4362.91 865.714, 10789.349 4323.367 865.686, 10735.718 4296.997 865.636, 10672.081 4273.401 865.536, 10630.795 4258.26 865.45, 10563.638 4242.216 865.34, 10476.7 4227.127 865.178, 10420.407 4217.505 865.026, 10340.838 4206.377 864.55, 10246.867 4197.993 863.949, 10185.786 4192.544 863.408, 10098.545 4188.265 863.117, 9988.628 4186.087 862.952, 9917.569 4184.762 862.825, 9820.424 4187.001 862.756, 9709.529 4194.744 862.728, 9638.03 4199.842 862.724, 9542.818 4207.144 862.733, 9433.657 4218.602 862.864, 9363.272 4226.068 863.042, 9274.545 4236.237 863.235, 9178.082 4251.278 863.362, 9116.103 4261.048 863.445, 9036.38 4275.375 863.777, 8947.143 4295.723 864.424, 8889.789 4308.864 864.999, 8820.165 4328.927 865.698, 8750.75 4355.649 866.557, 8706.275 4372.929 867.329, 8656.1 4398.341 868.14, 8606.782 4428.521 869.059, 8540.146 4475.325 870.718, 8460.662 4555.261 873.029, 8416.877 4631.556 874.853, 8409.831 4722.754 876.158, 8421.854 4766.158 876.492, 8448.762 4833.2 876.954, 8487.932 4896.318 877.276, 8527.92 4938.686 877.45, 8588.511 4984.643 877.815, 8692.461 5046.823 878.528, 8776.023 5079.256 879.174, 8830.203 5100.039 879.75, 8905.297 5120.637 880.417, 8996.902 5139.95 881.256, 9056.445 5152.502 882.011, 9143.637 5165.686 882.799, 9248.746 5180.663 883.648, 9316.602 5190.147 884.33, 9406.345 5199.415 885.017, 9511.121 5209.69 885.675, 9578.666 5216.213 886.163, 9672.193 5221.783 886.635, 9779.858 5228.41 887.023, 9849.264 5232.633 887.285, 9937.801 5234.493 887.516, 10040.327 5233.857 887.676, 10106.315 5233.354 887.768, 10196.176 5229.483 887.849, 10298.277 5224.268 887.896, 10364.011 5220.816 887.911, 10446.615 5211.927 887.924, 10539.074 5199.486 887.925, 10598.534 5191.356 887.92, 10678.832 5178.983 887.901, 10770.32 5162.977 887.879, 10829.175 5152.596 887.86, 10900.658 5134.773 887.732, 10978.838 5109.942 887.562, 11029.054 5093.838 887.409, 11093.601 5068.306 887.107, 11168.692 5034.075 886.751, 11216.97 5011.915 886.432, 11279.811 4977.573 885.752, 11347.565 4936.736 884.166, 11391.07 4910.299 882.742, 11439.287 4878.051 880.963, 11484.36 4843.06 876.935, 11551.477 4771.71 785.163, 11599.35 4714.853 521.389</trace>
</ink>
</file>

<file path=ppt/ink/ink12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15699.598 4337.846 136.826, 15654.625 4329.037 136.826, 15606.997 4326.859 136.826, 15552.092 4336.649 137.095, 15498.029 4351.471 137.568, 15454.886 4369.783 137.863, 15387.061 4404.066 138.529, 15339.103 4436.783 138.973, 15264.902 4493.119 139.776, 15216.184 4540.251 140.143, 15144.83 4611.961 140.663, 15097.874 4670.501 140.864, 15032.487 4758.729 141.382, 14996.634 4823.149 141.751, 14973.631 4864.778 142.055, 14950.257 4918.422 144.277, 14931.829 4974.715 151.915, 14912.089 5056.702 168.657, 14911.55 5110.949 184.891, 14919.866 5188.36 216.914, 14939.7 5240.06 236.01, 14978.989 5317.396 270.421, 15016.086 5365.683 292.202, 15078.544 5434.267 333.347, 15130.031 5474.288 357.309, 15215.721 5531.282 400.665, 15282.829 5560.229 424.909, 15326.255 5578.717 445.51, 15388.156 5598.709 470.169, 15459.168 5615.388 494.896, 15505.059 5625.96 514.735, 15566.347 5637.707 540.011, 15637.781 5645.995 563.946, 15683.857 5651.167 584.062, 15752.35 5653.644 611.001, 15833.686 5651.069 637.306, 15886.103 5649.276 659.652, 15953.848 5644.565 685.085, 16025.345 5636.081 708.552, 16071.396 5630.51 728.566, 16131.019 5618.471 747.969, 16198.592 5599.504 763.858, 16242.086 5587.163 776.816, 16299.602 5565.406 788.99, 16367.485 5535.767 797.263, 16411.105 5516.557 803.107, 16467.816 5485.46 808.563, 16528.15 5445.798 811.774, 16617.055 5380.339 815.554, 16668.689 5335.562 816.757, 16744.24 5263.417 818.166, 16789.566 5210.271 816.759, 16852.105 5126.147 813.184, 16884.135 5065.234 810.712, 16923.266 4974.197 806.158, 16935.934 4913.426 803.973, 16945.543 4825.189 798.928, 16937.904 4770.632 795.527, 16913.365 4685.209 790.406, 16870.893 4604.789 786.149, 16824.109 4545.17 784.021, 16761.729 4483.73 781.812, 16721.168 4444.163 779.861, 16654.928 4398.506 777.921, 16565.836 4351.865 776.186, 16508.041 4321.857 774.846, 16422.621 4286.846 773.422, 16315.917 4252.937 771.402, 16246.558 4230.897 769.584, 16143.72 4208.965 766.798, 16016.537 4190.661 763.721, 15934.301 4179.073 761.08, 15816.154 4171.984 757.946, 15669.449 4173.404 754.812, 15574.71 4174.561 752.143, 15445.338 4185.945 748.731, 15290.11 4210.392 745.223, 15189.905 4226.438 742.387, 15055.652 4257.691 738.754, 14909.352 4303.371 735.405, 14815.073 4333.121 732.615, 14699.736 4379.486 728.974, 14582.658 4435.76 725.399, 14507.508 4472.261 722.314, 14433.404 4515.039 719.073, 14373.3 4559.096 716.277, 14306.444 4618.378 714.009, 14293.56 4661.648 715.543, 14301.45 4729.207 720.489, 14348.115 4782.166 725.559, 14445.204 4864.082 735.424, 14544.384 4919.294 733.431, 14609.024 4954.96 731.718, 14720.607 5000.3 713.008, 14869.399 5050.87 687.517, 14966.046 5083.424 664.193, 15115.265 5122.309 617.123, 15302.377 5166.787 563.539, 15423.517 5195.328 514.743, 15596.188 5233.375 455.345, 15806.167 5281.686 392.214, 15941.903 5312.758 337.75, 16116.094 5347.137 286.813, 16228.38 5369.184 227.519, 16282.977 5380.726 146.213, 16344.508 5393.791 105.61, 16416.471 5405.662 70.197</trace>
</ink>
</file>

<file path=ppt/ink/ink13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8944.259 3449.873 136.826, 8898.518 3429.079 136.826, 8852.141 3398.377 136.826, 8800.473 3355.127 136.826, 8752.27 3308.858 136.826, 8706.771 3263.911 136.826, 8660.939 3221.738 136.826, 8697.273 3176.066 795.586, 8779.67 3163.165 862.016, 8821.246 3155.062 872.709, 8866.523 3144.691 877.911, 8913.767 3134.47 881.689, 8988.096 3112.185 884.18, 8944.971 3124.333 857.184, 8899.998 3142.631 838.947, 8852.29 3161.653 820.085, 8781.901 3185.104 773.429</trace>
</ink>
</file>

<file path=ppt/ink/ink13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8667.001 3202.589 176.702, 8669.523 3245.466 658.717, 8679.996 3314.809 812.113, 8686.707 3379.212 848.84, 8691.122 3437.158 865.016, 8692.859 3478.463 869.711, 8694.248 3539.405 873.827, 8691.804 3631.695 879.118, 8688.987 3682.622 881.636, 8684.984 3732.502 883.686, 8678.053 3806.744 885.989, 8671.429 3876.739 886.549, 8668.104 3806.089 511.081</trace>
</ink>
</file>

<file path=ppt/ink/ink13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8669.499 3659.689 192.878, 8732.379 3648.406 826.232, 8801.458 3633.216 854.397, 8879.373 3619.31 863.33, 8952.066 3615.891 842.038, 9017.427 3604.04 706.161, 9068.228 3582.756 594.81, 9121.331 3578.458 770.31, 9187.254 3565.578 860.27, 9229.613 3510.799 871.327, 9212.968 3442.469 871.701, 9143.066 3406.821 872.137, 9101.616 3414.886 872.945, 9046.916 3461.216 875.563, 9018.913 3504.397 877.508, 8996.976 3553.034 878.828, 8982.841 3602.634 879.835, 8977.061 3649.494 880.98, 8978.21 3692.084 882.766, 9000.44 3762.962 887.123, 9073.236 3803.989 889.321, 9147.138 3791.501 889.282, 9216.26 3752.92 883.682, 9263.052 3699.408 778.004</trace>
</ink>
</file>

<file path=ppt/ink/ink13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9475.044 3698.405 778.056</trace>
</ink>
</file>

<file path=ppt/ink/ink13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10163.192 3148.886 262.673, 10121.33 3134.733 384.639, 10057.241 3134.783 594.199, 10006.724 3152.276 659.514, 9945.32 3193.41 697.964, 9887.481 3264.982 721.141, 9866.284 3306.492 730.286, 9842.366 3391.778 738.21, 9834.285 3485.929 756.556, 9838.809 3570.546 773.096, 9847.369 3616.925 781.646, 9881.654 3698.508 829.61, 9941.528 3747.051 864.896, 10014.13 3743.124 872.153, 10084.431 3691.116 873.141, 10133.505 3614.029 869.529, 10153.989 3543.367 867.032, 10135.492 3618.117 871.719, 10150.027 3692.63 877.497, 10214.618 3723.157 884.789, 10282.397 3684.875 887.777, 10338.254 3604.122 887.597, 10352.396 3556.753 886.841, 10355.562 3507.477 886.232, 10346.641 3458.445 885.902, 10327.1 3416.052 885.709, 10269.547 3369.953 885.216, 10202.523 3385.399 884.943, 10153.243 3458.831 883.188, 10136.403 3535.962 876.848, 10143.364 3576.584 853.227, 10200.586 3598.984 339.116</trace>
</ink>
</file>

<file path=ppt/ink/ink13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10535.366 3637.209 660.595</trace>
</ink>
</file>

<file path=ppt/ink/ink13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10937.515 2995.27 523.81, 10915.535 3053.551 724.771, 10895.487 3119.388 787.094, 10882.14 3163.355 817.031, 10859.681 3251.758 832.073, 10838.095 3344.738 845.365, 10819.022 3429.828 855.455, 10807.626 3478.161 859.143, 10797.032 3526.952 861.527, 10782.606 3597.52 864.786, 10772.752 3638.293 858.715</trace>
</ink>
</file>

<file path=ppt/ink/ink13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10986.223 3113.917 507.373, 10993.631 3182.801 675.121, 11002.989 3229.22 726.195, 11010.821 3271.051 775.129, 11025.054 3347.747 839.318, 11034.001 3397.803 854.528, 11042.859 3444.803 864.782, 11057.542 3512.477 874.481, 11079.858 3584.976 885.993, 11118.642 3509.755 889.235, 11126.143 3465.276 889.516, 11134.697 3405.314 889.773, 11140.715 3351.89 889.993, 11148.521 3263.527 890.228, 11156.029 3176.137 890.288, 11161.296 3125.071 890.205, 11166.279 3079.085 889.993, 11171.121 3034.163 889.239, 11178.262 2990.729 880.659</trace>
</ink>
</file>

<file path=ppt/ink/ink13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11314.685 3409.907 639.611, 11314.684 3474.03 861.732, 11314.684 3518.287 874.997, 11314.684 3563.118 876.783, 11314.684 3635.776 878.971, 11312.535 3589.534 727.824</trace>
</ink>
</file>

<file path=ppt/ink/ink13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11283.463 3222.572 824.459, 11355.339 3243.212 876.478, 11396.404 3257.722 785.928</trace>
</ink>
</file>

<file path=ppt/ink/ink14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1437.077 3684.316 196.632, 1486.135 3708.435 842.054, 1557.349 3711.986 859.287, 1611.147 3710.327 864.945, 1660.896 3706.791 868.932, 1738.526 3698.255 873.338, 1781.914 3693.677 875.37, 1844.926 3686.119 878.71, 1941.001 3673.163 882.859, 2042.055 3661.428 886.01, 2084.63 3657.008 886.776, 2147.2 3650.525 888.006, 2189.298 3648.204 888.524, 2250.91 3644.876 889.348, 2301.477 3642.967 889.89, 2367.426 3640.3 890.363, 2416.927 3638.501 890.686, 2466.152 3636.031 890.933, 2520.026 3635.442 891.12, 2565.115 3634.603 891.249, 2615.88 3634.429 891.314, 2674.603 3635.252 891.41, 2721.976 3636.642 891.489, 2773.862 3638.243 891.601, 2826.473 3639.37 891.729, 2869.002 3640.575 891.854, 2915.886 3641.36 891.963, 2963.587 3642.409 892.065, 3004.951 3642.839 892.148, 3054.044 3640.822 892.216, 3115.027 3635.838 892.268, 3167.446 3628.013 892.302, 3253.03 3612.424 892.329, 3304.152 3603.84 892.334, 3359.615 3593.634 892.336, 3400.235 3586.619 892.336, 3440.274 3580.723 892.336, 3487.838 3574.481 892.347, 3528.598 3570.444 892.36, 3574.47 3568.25 892.372, 3631.918 3567.074 892.382, 3681.483 3567.792 892.39, 3736.06 3569.453 892.393, 3800.064 3571.792 892.393, 3850.107 3573.807 892.393, 3899.691 3576.413 892.393, 3963.406 3577.498 892.393, 4014.769 3578.825 892.393, 4116.642 3581.139 892.393, 4161.758 3581.437 892.393, 4230.703 3581.294 892.393, 4276.249 3581.969 892.397, 4342.103 3582.693 892.404, 4382.382 3582.866 892.41, 4437.566 3583.042 892.42, 4492.305 3583.848 892.429, 4558.86 3584.194 892.435, 4611.92 3584.325 892.438, 4697.922 3584.394 892.439, 4749.863 3584.403 892.439, 4803.451 3585.134 892.439, 4879.862 3586.493 892.439, 4957.987 3592.003 892.439, 5032.578 3599.409 892.439, 5074.766 3602.277 892.439, 5152.453 3606.279 892.439, 5086.257 3553.711 681.774</trace>
</ink>
</file>

<file path=ppt/ink/ink14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1231.007 3816.7 192.878, 1276.532 3816.7 205.855, 1325.15 3816.699 280.237, 1366.857 3816.699 378.371, 1408.201 3816.699 492.556, 1466.972 3816.699 618.51, 1555.073 3816.699 722.558, 1635.16 3816.699 798.423, 1691.97 3816.699 823.877, 1775.655 3816.699 858.879, 1831.649 3816.699 866.709, 1920.967 3814.041 874.552, 1988.016 3810.984 877.121, 2031.246 3808.997 878.975, 2091.248 3805.49 880.841, 2161.356 3802.324 882.394, 2206.575 3800.266 883.489, 2260.335 3797.156 884.587, 2318.01 3793.805 885.484, 2403.222 3789.326 886.683, 2463.312 3786.98 887.083, 2553.17 3783.606 887.637, 2612.19 3781.094 887.818, 2697.387 3777.533 888.073, 2748.159 3775.41 888.153, 2819.823 3772.719 888.253, 2862.556 3771.425 888.285, 2925.018 3769.612 888.326, 2967.85 3768.986 888.482, 3032.701 3768.344 888.814, 3077.064 3768.191 889.032, 3142.359 3767.604 889.47, 3185.934 3767.728 889.724, 3249.999 3767.871 890.183, 3289.989 3767.914 890.402, 3347.935 3767.96 890.689, 3441.986 3768.902 890.94, 3483.732 3769.033 890.98, 3550.217 3768.72 891.053, 3595.668 3768.023 891.103, 3666.638 3766.831 891.194, 3713 3765.465 891.245, 3781.873 3762.661 891.333, 3878.636 3755.593 891.444, 3972.434 3744.491 891.492, 4069.149 3732.738 891.494, 4163.697 3719.47 891.474, 4252.118 3708.598 891.45, 4334.292 3699.276 891.435, 4381.906 3694.734 891.43, 4432.928 3691.693 891.529, 4515 3689.594 891.784, 4564.045 3690.265 891.911, 4650.58 3694.473 892.1, 4703.494 3696.765 892.164, 4746.832 3698.31 892.216, 4792.521 3700.411 892.26, 4838.568 3700.561 892.295, 4909.461 3700.584 892.329, 4994.209 3698.105 892.336, 5036.038 3697.6 892.341, 5110.539 3697.159 892.377, 5152.22 3696.861 892.391, 5195.368 3694.846 892.393, 5241.587 3692.604 892.393, 5284.07 3690.262 892.393, 5328.291 3688.516 892.393, 5399.134 3685.818 891.929, 5466.942 3677.552 767.508</trace>
</ink>
</file>

<file path=ppt/ink/ink14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11422.091 2378.076 873.507, 11469.626 2375.239 880.605, 11522.704 2362.014 882.889, 11565.333 2348.92 884.465, 11616.26 2332.858 885.699, 11679.45 2309.634 886.628, 11729.646 2293.19 887.058, 11780.57 2276.604 887.036, 11827.714 2256.349 886.599, 11893.441 2227.366 882.956, 11850.169 2249.834 750.684</trace>
</ink>
</file>

<file path=ppt/ink/ink14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11478.292 2564.163 759.712, 11553.789 2539.436 842.184, 11629.758 2505.966 862.9, 11709.417 2474.224 875.448, 11754.416 2459.42 880.02, 11803.365 2443.762 883.348, 11845.911 2435.517 876.275</trace>
</ink>
</file>

<file path=ppt/ink/ink14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11394.615 2807.7 798.329, 11435.674 2796.76 798.329, 11505.364 2768.734 800.209, 11580.463 2740.194 824.459, 11675.799 2710.14 848.257, 11718.341 2696.552 856.274, 11780.99 2678.111 870.606, 11873.58 2648.952 879.242, 11920.955 2633.881 882.435, 11999.02 2603.808 884.425, 12039.304 2601.535 8.844</trace>
</ink>
</file>

<file path=ppt/ink/ink14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11676.868 2082.085 641.974, 11671.947 2127.163 641.974, 11654.401 2187.404 641.974, 11637.87 2238.533 685.973, 11623.793 2284.183 731.291, 11599.179 2370.889 796.346, 11576.964 2460.867 845.571, 11564.142 2511.842 853.94, 11549.137 2567.219 853.635, 11524.942 2640.808 829.934, 11496.19 2716.034 706.314, 11478.012 2757.671 489.996</trace>
</ink>
</file>

<file path=ppt/ink/ink14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11569.462 2689.054 136.826, 11544.684 2745.491 503.017, 11520.607 2798.244 666.144, 11493.801 2865.32 775.852, 11470.955 2937.164 827.607, 11458.743 2980.979 844.786, 11448.267 3022.13 857.446, 11438.437 3065.732 862.944, 11478.06 3006.911 392.095, 11494.599 2966.228 330.031, 11517.361 2920.918 247.638, 11551.247 2879.544 164.445, 11597.386 2901.102 219.14, 11624.979 2951.502 329.652, 11652.382 3017.846 492.214, 11677.958 3081.335 658.537, 11709.349 3141.602 805.688, 11761.446 3190.65 866.122, 11838.497 3194.177 875.509, 11881.062 3171.611 877.14, 11937.255 3104.687 877.867, 11965.217 3050.599 878.001, 11984.394 3005.473 878.053, 12000.219 2955.758 878.071, 12011.263 2904.904 878.079, 12019.22 2831.569 878.159, 11968.543 2785.479 874.974, 11927.025 2800.168 874.301, 11861.032 2846.179 874.371, 11809.122 2900.781 874.315, 11770.555 2978.891 874.991, 11764.97 3020.906 877.417, 11794.376 3092.285 884.479, 11882.116 3138.137 888.868, 11952.315 3149.946 889.763, 12038.091 3143.425 890.37, 12107.346 3121.204 890.668, 12119.902 3040.975 877.819, 12086.854 2981.38 787.507, 12041.389 2923.609 354.658</trace>
</ink>
</file>

<file path=ppt/ink/ink14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12312.562 2162.015 884.169, 12358.222 2136.376 881.886, 12401.803 2113.189 881.885, 12468.777 2081.436 883.865, 12509.887 2064.232 885.244, 12557.614 2093.256 871.79, 12522.402 2138.687 868.263, 12457.361 2202.194 863.747, 12415.828 2240.621 861.048, 12354.049 2295.742 858.299, 12294.665 2364.577 861.532, 12273.585 2404.687 867.089, 12262.376 2449.995 872.631, 12262.961 2505.482 878.205, 12275.933 2576.189 883.181, 12290.808 2620.688 884.787, 12322.161 2700.138 886.402, 12340.661 2741.032 885.824, 12370.172 2802.662 879.113, 12329.454 2783.363 458.749</trace>
</ink>
</file>

<file path=ppt/ink/ink14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12246.37 2413.045 334.83, 12286.633 2394.452 362.999, 12343.656 2372.565 433.736, 12386.755 2357.719 507.096, 12438.667 2341.466 603.727, 12497.103 2320.582 694.061, 12541.968 2304.43 767.014, 12610.484 2280.637 832.679, 12680.709 2250.824 858.168, 12752.848 2228.593 865.609, 12804.044 2288.264 870.568, 12824.321 2369.979 874.86, 12835.493 2429.944 878.061, 12844.948 2477.928 881.27, 12855.229 2526.793 884.286, 12866.554 2574.431 886.907, 12891.276 2653.018 890.467, 12919.007 2719.924 891.598, 12873.311 2713.307 819.378</trace>
</ink>
</file>

<file path=ppt/ink/ink14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12408.728 2358.093 584.081, 12420.476 2409.04 588.555, 12443.389 2480.782 618.49, 12459.287 2530.775 660.735, 12485.336 2610.529 747.878, 12507.043 2679.196 820.133, 12527.336 2754.53 870.886, 12537.016 2796.921 881.163, 12530.535 2733.924 578.267, 12517.061 2668.115 469.528, 12508.131 2624.694 290.682</trace>
</ink>
</file>

<file path=ppt/ink/ink15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12607.304 2328.12 345.471, 12624.909 2387.719 463.3, 12643.668 2447.391 580.665, 12655.056 2489.267 667.38, 12672.139 2559.427 788.097, 12687.516 2637.266 864.932, 12695.969 2678.674 877.679, 12703.605 2718.954 882.66, 12649.465 2692.491 760.859, 12624.445 2650.591 532.882</trace>
</ink>
</file>

<file path=ppt/ink/ink15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12563.592 2561.665 152.277, 12596.043 2623.958 868.514, 12612.354 2691.397 861.855, 12604.531 2732.886 855.61, 12568.511 2802.113 848.777, 12530.665 2859.691 863.203, 12477.499 2918.071 855.202, 12536.148 2868.62 871.358, 12620.792 2831.75 880.148, 12668.307 2814.275 882.203, 12715.94 2798.642 882.875, 12758.896 2783.476 880.31, 12800.082 2768.937 866.693, 12861.008 2722.868 764.446</trace>
</ink>
</file>

<file path=ppt/ink/ink15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13116.858 2025.884 857.247, 13178.396 1975.56 872.846, 13222.66 1955.984 878.389, 13271.57 1939.305 881.498, 13314.456 1928.8 882.61, 13371.951 1969.003 873.288, 13343.58 2033.02 865.941, 13312.62 2082.059 861.702, 13243.868 2174.531 857.414, 13172.594 2267.152 830.967, 13115.761 2341.909 798.923, 13072.736 2399.813 778.112, 13034.28 2451.82 818.972, 13075.133 2445.324 881.681, 13121.024 2421.373 884.838, 13165.858 2399.961 886.408, 13257.12 2361.862 887.586, 13353.868 2331.866 888.261, 13437.322 2308.765 889.251, 13480.089 2299.179 889.75, 13552.619 2281.034 890.544, 13488.567 2295.956 597.755</trace>
</ink>
</file>

<file path=ppt/ink/ink15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13089.382 2193.238 136.826, 13121.088 2245.012 418.419, 13149.829 2291.802 600.504, 13179.567 2348.808 728.706, 13208.311 2421.31 801.47, 13232.484 2506.392 834.252, 13245.372 2577.249 869.68, 13245.67 2529.538 613.074, 13250.857 2489.199 230.25</trace>
</ink>
</file>

<file path=ppt/ink/ink154.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13257.984 2211.971 136.826, 13308.446 2210.079 583.749, 13349.87 2287.873 754.938, 13366.839 2336.57 799.486, 13391.035 2428.77 829.934, 13409.349 2524.43 850.96, 13421.896 2606.504 868.587, 13428.554 2651.207 874.675, 13442.66 2732.532 882.035, 13449.546 2776.129 877.644</trace>
</ink>
</file>

<file path=ppt/ink/ink155.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13666.377 2070.845 810.335, 13683.389 2119.041 838.626, 13700.446 2161.868 852.969, 13725.883 2232.105 874.45, 13738.948 2272.242 881.965, 13758.473 2339.295 888.991, 13769.291 2379.444 889.979, 13780.276 2424.222 879.837</trace>
</ink>
</file>

<file path=ppt/ink/ink156.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13755.051 1846.041 759.712, 13798.469 1855.621 777.598, 13862.386 1882.379 818.01, 13932.704 1924.229 861.601, 13983.586 1968.557 882.493, 14027.307 2047.64 889.931, 14032.244 2102.72 891.097, 14010.077 2189.284 891.408, 13987.479 2237.287 891.23, 13944.668 2313.437 890.63, 13908.032 2381.986 890.236, 13994.348 2388.29 891.57, 14055.477 2350.075 891.507, 14129.684 2300.585 888.34, 14173.743 2278.833 872.499</trace>
</ink>
</file>

<file path=ppt/ink/ink157.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14319.556 2310.635 573.446</trace>
</ink>
</file>

<file path=ppt/ink/ink158.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3290.455 6088.931 644.818, 3334.852 6088.931 739.078, 3402.525 6088.931 774.276, 3455.779 6077.477 783.049, 3502.932 6063.267 801.049, 3588.636 6026.664 815.654, 3675.367 5978.519 832.272, 3758.985 5921.946 846.007, 3829.895 5871.269 853.936, 3871.439 5843.527 856.308, 3914.488 5817.639 857.576, 3983.473 5789.029 858.881, 4025.88 5779.412 859.513, 4106.945 5780.312 860.556, 4160.224 5793.963 861.077, 4203.953 5809.169 861.781, 4252.333 5831.387 862.864, 4303.606 5858.654 864.832, 4379.35 5901.247 869.77, 4422.066 5922.166 872.57, 4492.906 5947.964 878.134, 4540.977 5956.937 880.85, 4583.798 5961.422 882.906, 4637.064 5962.424 884.468, 4703.25 5959.25 885.507, 4758.224 5955.639 886.181, 4844.649 5946.669 886.974, 4899.187 5939.892 887.585, 4959.443 5931.911 888.162, 5008.663 5925.367 888.658, 5063.548 5918.58 889.019, 5127.07 5911.061 889.286, 5177.874 5905.462 889.438, 5228.807 5899.377 889.557, 5281.834 5892.152 889.661, 5358.068 5878.066 889.818, 5441.383 5850.342 890.006, 5483.59 5825.271 890.116, 5561.145 5751.824 890.343, 5606.676 5686.698 890.626, 5630.775 5639.426 890.874, 5647.908 5598.01 891.104, 5662.619 5550.237 891.313, 5672.503 5490.488 891.477, 5676.62 5440.414 891.572, 5674.223 5386.655 891.615, 5660.772 5322.407 891.637, 5643.268 5265.654 891.643, 5626.314 5223.539 891.642, 5595.707 5153.427 891.635, 5570.582 5103.586 891.592, 5527.29 5023.408 891.499, 5492.963 4970.734 891.404, 5434.121 4892.875 891.219, 5386.95 4849.145 891.048, 5306.437 4783.637 890.716, 5245.318 4746.848 890.535, 5150.8 4697.249 890.24, 5085.168 4674.521 890.111, 5042.735 4660.039 890.01, 4976.162 4645.752 889.601, 4891.095 4635.872 889.08, 4836.118 4629.658 888.639, 4756.959 4629.164 888.14, 4665.592 4637.076 887.655, 4606.591 4642.391 887.226, 4526.59 4655.593 886.789, 4428.903 4680.269 886.375, 4365.812 4696.392 886.004, 4279.609 4718.392 885.484, 4181.123 4750.923 885.026, 4117.674 4772.081 884.67, 4038.769 4804.887 884.299, 3948.188 4847.874 883.611, 3889.853 4875.708 883.01, 3812.059 4915.51 882.273, 3725.72 4964.291 881.772, 3670.221 4995.785 881.33, 3607.118 5033.092 881.003, 3540.568 5074.467 880.777, 3497.888 5101.116 880.609, 3447.992 5130.844 880.424, 3392.141 5169.407 880.256, 3318.505 5219.588 880.276, 3276.259 5257.078 880.402, 3221.125 5309.624 880.535, 3163.147 5387.069 880.653, 3142.099 5436.669 880.749, 3136.581 5497.715 880.895, 3145.193 5550.867 881.143, 3200.699 5639.399 881.835, 3266.208 5703.685 882.284, 3309.581 5744.001 882.489, 3362.599 5795.721 882.688, 3447.719 5876.939 883.03, 3512.043 5929.967 883.322, 3553.687 5964.238 883.559, 3613.543 6006.01 883.868, 3682.772 6047.995 884.252, 3727.467 6075.035 884.588, 3785.319 6101.47 884.949, 3847.377 6124.092 885.378, 3887.381 6138.451 885.756, 3947.944 6151.772 886.235, 4025.919 6163.18 886.732, 4076.18 6170.297 887.112, 4147.398 6176.696 887.593, 4227.365 6177.934 888.061, 4278.932 6178.536 888.442, 4342.581 6174.053 888.878, 4417.239 6165.26 889.298, 4465.433 6159.467 889.638, 4535.306 6146.84 890.016, 4619.25 6128.387 890.367, 4673.29 6116.351 890.658, 4742.532 6100.109 890.948, 4813.162 6080.667 891.185, 4858.613 6068.065 891.375, 4915.626 6051.456 891.558, 4982.853 6030.976 891.697, 5026.096 6017.744 891.805, 5085.22 5999.837 891.906, 5151.046 5980.784 891.963, 5193.309 5968.537 891.994, 5244.706 5953.487 891.984, 5296.707 5938.058 891.949, 5366.519 5917.277 891.774, 5453.096 5893.077 891.271, 5497.499 5882.214 890.961, 5571.089 5872.51 889.91</trace>
</ink>
</file>

<file path=ppt/ink/ink159.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7892.679 6004.005 831.237, 7961.496 6004.005 831.237, 8060.852 6004.005 806.21, 8118.466 6004.005 792.42, 8212.514 6004.005 780.032, 8284.696 6004.005 779.307, 8333.143 6004.005 775.914, 8395.361 6004.005 778.728, 8470.598 6004.448 784.364, 8519.228 6004.736 791.41, 8592.043 6006.252 799.351, 8681.127 6008.567 808.237, 8738.589 6010.071 818.521, 8816.704 6011.937 828.183, 8905.107 6016.692 836.97, 8962.097 6019.784 844.534, 9039.461 6023.567 852.261, 9134.082 6027.797 857.953, 9195.114 6030.541 861.994, 9279.979 6033.211 866.018, 9374.464 6034.928 869.274, 9435.314 6036.026 871.924, 9517.4 6036.741 874.403, 9617.616 6035.864 876.541, 9682.246 6035.246 877.787, 9771.223 6033.515 879.15, 9870.606 6029.707 880.435, 9934.603 6027.208 881.318, 10016.965 6022.925 882.3, 10115.088 6016.586 883.239, 10178.328 6012.465 884.016, 10263.744 6005.799 884.811, 10355.91 5998.363 885.541, 10415.18 5993.549 886.182, 10486.492 5986.875 886.781, 10571.648 5979.452 887.249, 10626.435 5974.664 887.538, 10700.592 5968.45 887.815, 10782.363 5962.675 888.007, 10834.906 5958.967 888.114, 10894.315 5954.786 888.281, 10954.931 5950.792 888.434, 11039.497 5945.692 888.682, 11088.678 5943.643 888.79, 11158.714 5941.069 888.968, 11198.794 5940.277 888.978, 11253.428 5939.91 888.96, 11301.253 5940.101 888.668, 11379.421 5944.492 887.667, 11339.383 5947.573 879.58, 11287.27 5947.73 875.707, 11202.954 5949.404 784.899, 11143.183 5950.753 556.015</trace>
</ink>
</file>

<file path=ppt/ink/ink160.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8050.041 6116.407 855.294, 8102.778 6098.924 792.023, 8143.787 6088.605 753.593, 8188.842 6080.687 736.963, 8268.384 6068.639 705.597, 8333.695 6060.544 703.291, 8376.085 6055.326 703.839, 8438.641 6048.833 713.289, 8520.83 6041.107 726.669, 8574.075 6036.141 742.864, 8655.21 6029.811 761.641, 8754.645 6023.086 781.832, 8818.914 6018.768 800.126, 8905.438 6013.745 816.856, 9010.441 6007.871 832.105, 9078.257 6004.1 840.896, 9175.505 5998.99 848.875, 9287.873 5993.938 852.966, 9360.351 5990.703 855.443, 9454.427 5987.713 858.295, 9566.351 5984.925 859.704, 9638.465 5983.148 860.723, 9737.625 5981.551 862.255, 9847.999 5980.542 864.096, 9919.081 5979.923 865.706, 10010.034 5980.849 867.431, 10117.179 5983.259 869.424, 10186.153 5984.85 871.206, 10278.398 5988.986 873.039, 10375.385 5994.344 874.882, 10437.736 5997.838 876.433, 10517.698 6004.097 878.033, 10610.176 6012.16 879.562, 10669.66 6017.401 880.745, 10749.09 6025.238 881.961, 10835.12 6035.631 883.12, 10890.381 6042.363 884.002, 10954.659 6051.611 884.876, 11024.604 6062.899 885.681, 11069.56 6070.2 886.263, 11131.569 6081.149 886.888, 11204.132 6093.086 887.431, 11250.744 6100.792 887.814, 11312.499 6110.675 888.195, 11375.131 6120.141 888.502, 11415.372 6126.221 888.722, 11464.128 6133.719 888.933, 11515.372 6141.185 889.102, 11589.191 6152.175 889.329, 11634.825 6157.015 889.397, 11703.425 6162.982 889.482, 11746.319 6166.123 889.472, 11807.319 6170.751 889.427, 11893.988 6171.413 889.307, 11939.561 6166.32 889.233, 12011.419 6149.237 884.974, 12023.105 6106.98 865.128</trace>
</ink>
</file>

<file path=ppt/ink/ink161.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15304.944 5366.321 867.867, 15261.55 5323.46 867.867, 15217.725 5285.677 866.728, 15147.477 5235.695 864.077, 15090.215 5204.291 862.799, 15042.395 5185.88 862.432, 14962.921 5160.088 862.243, 14902.723 5147.604 862.589, 14806.97 5133.967 863.892, 14738.359 5132.665 864.715, 14694.012 5131.957 865.375, 14624.421 5133.711 865.996, 14537.37 5141.156 866.504, 14481.127 5146.097 866.93, 14403.803 5158.17 867.135, 14315.82 5179.394 867.076, 14259.023 5193.238 866.947, 14183.999 5214.642 866.727, 14098.434 5245.397 866.41, 14043.248 5265.358 866.105, 13972.818 5300.93 865.791, 13898.343 5349.721 865.5, 13850.502 5381.352 865.234, 13796.364 5430.27 864.997, 13744.444 5487.202 865.373, 13674.984 5575.438 866.336, 13640.871 5634.385 867.408, 13594.482 5734.451 869.682, 13574.006 5808.549 871.042, 13561.09 5856.367 872.265, 13553.58 5920.68 873.503, 13553.441 5985.585 874.683, 13553.579 6027.434 875.563, 13563.422 6080.776 876.413, 13584.195 6139.006 877.116, 13627.098 6224.37 878.031, 13674.613 6280.233 878.328, 13761.129 6361.544 878.739, 13836.225 6409.697 878.895, 13884.979 6440.681 879.012, 13956.545 6474.998 879.088, 14043.697 6508.03 879.121, 14100.154 6529.179 879.14, 14184.705 6552.23 879.151, 14293.441 6571.329 879.141, 14363.741 6583.401 879.124, 14461.723 6594.352 879.107, 14581.643 6600.727 879.141, 14659.065 6604.614 879.166, 14772.311 6605.369 879.218, 14904.759 6601.238 879.384, 14990.297 6598.404 879.539, 15108.376 6590.801 879.73, 15250.497 6576.873 879.929, 15342.151 6567.76 880.11, 15461.984 6550.759 880.078, 15601.204 6527.26 879.95, 15690.934 6511.993 879.814, 15811.73 6487.003 879.643, 15943.017 6453.504 879.455, 16027.551 6431.79 879.247, 16137.442 6402.167 879.047, 16261.204 6366.596 878.844, 16340.755 6343.593 878.652, 16439.434 6310.033 878.321, 16543.969 6268.872 878.011, 16611.08 6242.285 877.768, 16693.248 6205.065 877.465, 16781.268 6158.477 876.826, 16837.758 6128.426 876.259, 16902.389 6086.298 875.556, 16964.93 6037.411 874.453, 17044.559 5965.405 872.333, 17077.703 5922.527 870.673, 17117.207 5856.589 867.535, 17131.803 5757.611 862.189, 17114.762 5712.833 860.572, 17072.086 5642.25 858.059, 17006.627 5574.637 856.605, 16942.43 5526.009 857.362, 16862.975 5473.408 858.73, 16811.34 5439.4 860.135, 16730.809 5399.13 862.278, 16621.84 5360.817 864.728, 16551.213 5336.205 866.976, 16448.148 5303.37 869.38, 16318.114 5269.487 871.754, 16233.595 5247.465 873.891, 16109.515 5226.82 875.866, 15962.431 5207.496 877.348, 15867.335 5195.221 878.484, 15730.639 5179.268 879.558, 15570.638 5162.939 880.28, 15467.404 5152.493 880.779, 15328.519 5142.158 881.258, 15165.465 5135.224 881.574, 15060.331 5130.889 881.792, 14926.42 5127.629 881.996, 14771.633 5128.257 882.136, 14671.925 5128.749 882.226, 14541.537 5133.943 882.286, 14399.308 5145.846 882.314, 14307.823 5153.665 882.317, 14189.874 5167.61 882.3, 14060.114 5187.798 882.266, 13976.764 5200.927 882.228, 13878.273 5223.639 882.189, 13777.479 5256.131 882.15, 13712.884 5277.216 882.113, 13638.11 5312.189 882.078, 13564.694 5357.452 882.054, 13517.76 5386.761 882.035, 13469.085 5431.066 882.011, 13427.156 5484.559 881.992, 13379.845 5565.167 881.961, 13370.918 5624.997 881.929, 13376.804 5725.104 881.866, 13406.664 5801.541 881.792, 13426.42 5850.919 881.726, 13467.178 5918.018 881.644, 13523.157 5990.537 881.507, 13559.692 6037.339 881.385, 13619.332 6092.131 881.243, 13705.11 6146.482 881.063, 13760.812 6181.405 880.908, 13848.415 6221.828 880.73, 13957.004 6261.349 880.555, 14027.285 6286.542 880.413, 14130.128 6314.438 880.403, 14259.073 6341.848 880.461, 14342.494 6359.27 880.535, 14454.764 6379.456 880.773, 14588.844 6398.896 881.085, 14675.364 6411.274 881.383, 14796.289 6423.751 881.843, 14932.246 6435.168 882.367, 15019.915 6442.403 882.844, 15139.82 6449.764 883.461, 15279.467 6455.282 884.068, 15369.392 6458.735 884.594, 15483.679 6459.208 885.215, 15615.664 6456.295 885.804, 15700.625 6454.311 886.305, 15813.896 6449.477 886.803, 15937.161 6440.959 887.26, 16016.505 6435.375 887.638, 16115.927 6422.882 888.016, 16230.218 6404.536 888.353, 16303.664 6392.599 888.624, 16398.371 6375.536 888.898, 16498.17 6352.504 889.098, 16562.254 6337.576 889.247, 16639.355 6313.251 889.311, 16724.137 6281.98 889.32, 16778.562 6261.725 889.3, 16845.4 6233.938 889.155, 16916.113 6196.057 888.946, 16961.396 6171.57 888.737, 17013.875 6131.285 888.516, 17062.855 6079.969 888.291, 17125.602 5997.285 887.896, 17149.986 5940.943 887.744, 17177.566 5853.834 887.384, 17181.533 5802.469 887.154, 17173.203 5715.033 886.686, 17145.67 5647.711 886.405, 17127.559 5604.292 886.158, 17086.547 5545.497 885.917, 17021.631 5480.628 885.82, 16979.375 5438.791 885.733, 16910.707 5384.568 885.713, 16818.629 5328.42 885.767, 16758.83 5292.173 885.837, 16659.254 5248.674 885.914, 16531.773 5203.119 886.032, 16449.189 5173.943 886.151, 16328.162 5137.7 886.387, 16174.116 5100.374 886.67, 16074.499 5076.475 886.884, 15936.641 5049.864 887.223, 15763.848 5024.956 887.58, 15652.168 5009.052 887.893, 15500.708 4993.396 888.261, 15317.561 4982.604 888.629, 15199.363 4975.826 888.959, 15042.779 4973.637 889.273, 14861.71 4979.978 889.519, 14745.034 4984.292 889.719, 14591.211 4997.285 889.851, 14419.99 5020.503 889.893, 14309.823 5035.701 889.906, 14165.104 5063.746 889.906, 14010.512 5102.429 889.869, 13911.175 5127.585 889.822, 13793.882 5164.762 889.768, 13669.534 5213.709 889.709, 13589.786 5245.422 889.652, 13496.743 5297.94 889.599, 13406.3 5365.612 889.573, 13348.482 5409.403 889.559, 13291.405 5472.871 889.55, 13246.871 5537.363 889.548, 13218.754 5579.008 889.547, 13198.263 5637.094 889.547, 13192.301 5710.902 889.551, 13189.084 5758.543 889.556, 13204.275 5828.057 889.56, 13243.947 5910.033 889.565, 13270.153 5962.862 889.567, 13326.62 6028.661 889.509, 13408.338 6095.327 889.425, 13461.568 6138.345 889.349, 13547.566 6188.018 889.102, 13667.741 6236.281 888.791, 13745.767 6267.164 888.51, 13863.826 6297.871 888.099, 14014.332 6323.514 887.647, 14111.767 6339.683 887.241, 14253.969 6352.406 886.63, 14424.294 6359.368 885.852, 14534.4 6363.565 885.162, 14691.93 6362.748 884.415, 14875.158 6356.166 883.705, 14993.396 6351.665 883.098, 15157.533 6344.308 882.502, 15343.957 6332.737 882.057, 15464.136 6325.134 881.685, 15627.768 6312.658 881.369, 15811.935 6294.772 881.142, 15930.591 6283.158 881.025, 16087.912 6268.962 880.228, 16265.668 6248.262 879.203, 16380.111 6234.885 878.315, 16525.391 6214.67 875.776, 16685.559 6187.411 872.613, 16788.574 6169.783 869.753, 16915.799 6139.714 811.324, 17053.611 6100.333 711.109, 17142.133 6074.865 620.925, 17199.668 6058.312 521.334, 17250.244 6044.53 316.794, 17290.707 6030.739 138.618</trace>
</ink>
</file>

<file path=ppt/ink/ink162.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13093.13 6254.294 600.723, 13158.98 6254.294 600.723, 13238.555 6257.486 583.609, 13319.928 6261.167 566.588, 13366.924 6263.292 555.344, 13441.739 6265.037 563.391, 13534.691 6267.475 577.21, 13593.361 6269.013 587.802, 13685.282 6273.539 614.68, 13804.139 6279.653 641.965, 13880.876 6283.626 666.522, 13985.253 6288.426 694.013, 14115.018 6293.725 724.741, 14198.766 6297.143 753.893, 14317.001 6302.912 782.184, 14454.843 6308.427 803.55, 14543.825 6311.994 820.383, 14670.344 6316.971 835.94, 14818.306 6321.044 843.736, 14913.719 6323.651 849.433, 15040.872 6328.89 854.689, 15191.462 6334.038 857.651, 15288.507 6337.354 859.328, 15414.947 6343.054 860.894, 15559.636 6349.37 861.463, 15652.854 6353.451 861.846, 15778.135 6358.762 862.129, 15916.686 6366.61 862.009, 16005.85 6371.699 861.81, 16119.192 6378.108 861.513, 16247.818 6384.885 861.143, 16330.499 6389.266 860.771, 16434.309 6394.772 860.407, 16544.799 6401.405 860.047, 16615.762 6405.682 859.765, 16704.426 6409.347 859.516, 16801.062 6413.021 859.315, 16863.096 6415.351 859.215, 16935.766 6418.638 858.881, 17007.061 6421.619 858.496, 17052.654 6423.521 858.171, 17101.344 6425.643 857.801, 17147.383 6427.873 857.439, 17207.75 6431.081 856.508, 17252.709 6433.707 850.052, 17297.312 6438.54 820.471</trace>
</ink>
</file>

<file path=ppt/ink/ink163.xml><?xml version="1.0" encoding="utf-8"?>
<ink xmlns="http://www.w3.org/2003/InkML">
  <definitions>
    <brush xml:id="br1">
      <brushProperty name="color" value="#9999ff"/>
      <brushProperty name="transparency" value="0"/>
      <brushProperty name="width" value="0.026458334" units="cm"/>
      <brushProperty name="tip" value="ellipse"/>
      <brushProperty name="fitToCurve" value="1"/>
      <brushProperty name="height" value="0.026458334"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14157.198 6372.94 589.894, 14261.652 6372.94 589.894, 14372.75 6372.94 510.19, 14423.518 6372.939 470.558, 14511.418 6372.94 428.051, 14623.645 6372.94 392.872, 14691.448 6372.94 368.021, 14794.041 6372.94 348.161, 14914.596 6372.94 333.218, 14991.491 6372.94 321.459, 15101.807 6376.042 297.261, 15231.179 6381.603 281.8, 15314.49 6385.217 279.448, 15426.245 6388.453 280.821, 15556.199 6391.441 287.223, 15639.894 6393.385 294.766, 15754.104 6398.193 302.078, 15886.035 6402.204 309.736, 15971.043 6404.811 316.535, 16080.353 6405.177 322.968, 16206.913 6406.258 328.875, 16288.393 6406.913 331.989, 16395.406 6409.111 334.873, 16513.373 6412.302 336.287, 16589.273 6414.363 337.203, 16686.457 6416.589 309.603, 16748.822 6417.988 265.525, 16795.779 6419.18 223.117, 16852.34 6420.398 88.9</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44" name=""/>
        <p:cNvGrpSpPr/>
        <p:nvPr/>
      </p:nvGrpSpPr>
      <p:grpSpPr>
        <a:xfrm/>
      </p:grpSpPr>
      <p:sp>
        <p:nvSpPr>
          <p:cNvPr id="1048852" name="Rectangle 2"/>
          <p:cNvSpPr>
            <a:spLocks noGrp="1" noChangeArrowheads="1"/>
          </p:cNvSpPr>
          <p:nvPr>
            <p:ph type="hdr" sz="quarter"/>
          </p:nvPr>
        </p:nvSpPr>
        <p:spPr bwMode="auto">
          <a:xfrm>
            <a:off x="0" y="0"/>
            <a:ext cx="2971800" cy="457200"/>
          </a:xfrm>
          <a:prstGeom prst="rect"/>
          <a:noFill/>
          <a:ln>
            <a:noFill/>
          </a:ln>
          <a:effectLst/>
        </p:spPr>
        <p:txBody>
          <a:bodyPr anchor="t" anchorCtr="0" bIns="45720" compatLnSpc="1" lIns="91440" numCol="1" rIns="91440" tIns="45720" vert="horz" wrap="square"/>
          <a:lstStyle>
            <a:lvl1pPr eaLnBrk="1" hangingPunct="1">
              <a:defRPr sz="1200">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53" name="Rectangle 3"/>
          <p:cNvSpPr>
            <a:spLocks noGrp="1" noChangeArrowheads="1"/>
          </p:cNvSpPr>
          <p:nvPr>
            <p:ph type="dt" idx="1"/>
          </p:nvPr>
        </p:nvSpPr>
        <p:spPr bwMode="auto">
          <a:xfrm>
            <a:off x="3884613" y="0"/>
            <a:ext cx="2971800" cy="457200"/>
          </a:xfrm>
          <a:prstGeom prst="rect"/>
          <a:noFill/>
          <a:ln>
            <a:noFill/>
          </a:ln>
          <a:effectLst/>
        </p:spPr>
        <p:txBody>
          <a:bodyPr anchor="t" anchorCtr="0" bIns="45720" compatLnSpc="1" lIns="91440" numCol="1" rIns="91440" tIns="45720" vert="horz" wrap="square"/>
          <a:lstStyle>
            <a:lvl1pPr algn="r" eaLnBrk="1" hangingPunct="1">
              <a:defRPr sz="1200">
                <a:latin typeface="Arial" panose="020B0604020202020204" pitchFamily="34" charset="0"/>
              </a:defRPr>
            </a:lvl1pPr>
          </a:lstStyle>
          <a:p>
            <a:pPr algn="r" defTabSz="914400" eaLnBrk="1" fontAlgn="base" hangingPunct="1" indent="0" latinLnBrk="0" lvl="0" marL="0" marR="0" rtl="0">
              <a:lnSpc>
                <a:spcPct val="100000"/>
              </a:lnSpc>
              <a:spcBef>
                <a:spcPct val="0"/>
              </a:spcBef>
              <a:spcAft>
                <a:spcPct val="0"/>
              </a:spcAft>
              <a:buClrTx/>
              <a:buSzTx/>
              <a:buFontTx/>
              <a:buNone/>
            </a:pPr>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54" name="Rectangle 4"/>
          <p:cNvSpPr>
            <a:spLocks noRot="1" noTextEdit="1"/>
          </p:cNvSpPr>
          <p:nvPr>
            <p:ph type="sldImg" idx="2"/>
          </p:nvPr>
        </p:nvSpPr>
        <p:spPr>
          <a:xfrm>
            <a:off x="1143000" y="685800"/>
            <a:ext cx="4572000" cy="3429000"/>
          </a:xfrm>
          <a:prstGeom prst="rect"/>
          <a:noFill/>
          <a:ln w="9525" cap="flat" cmpd="sng">
            <a:solidFill>
              <a:srgbClr val="000000"/>
            </a:solidFill>
            <a:prstDash val="solid"/>
            <a:miter/>
            <a:headEnd type="none" w="med" len="med"/>
            <a:tailEnd type="none" w="med" len="med"/>
          </a:ln>
        </p:spPr>
      </p:sp>
      <p:sp>
        <p:nvSpPr>
          <p:cNvPr id="1048855" name="Rectangle 5"/>
          <p:cNvSpPr>
            <a:spLocks noGrp="1" noChangeArrowheads="1"/>
          </p:cNvSpPr>
          <p:nvPr>
            <p:ph type="body" sz="quarter" idx="3"/>
          </p:nvPr>
        </p:nvSpPr>
        <p:spPr bwMode="auto">
          <a:xfrm>
            <a:off x="685800" y="4343400"/>
            <a:ext cx="5486400" cy="4114800"/>
          </a:xfrm>
          <a:prstGeom prst="rect"/>
          <a:noFill/>
          <a:ln>
            <a:noFill/>
          </a:ln>
          <a:effectLst/>
        </p:spPr>
        <p:txBody>
          <a:bodyPr anchor="t" anchorCtr="0" bIns="45720" compatLnSpc="1" lIns="91440" numCol="1" rIns="91440" tIns="45720" vert="horz" wrap="square"/>
          <a:p>
            <a:pPr algn="l" defTabSz="914400" eaLnBrk="0" fontAlgn="base" hangingPunct="0" indent="0" latinLnBrk="0" lvl="0" marL="0" marR="0" rtl="0">
              <a:lnSpc>
                <a:spcPct val="100000"/>
              </a:lnSpc>
              <a:spcBef>
                <a:spcPct val="30000"/>
              </a:spcBef>
              <a:spcAft>
                <a:spcPct val="0"/>
              </a:spcAft>
              <a:buClrTx/>
              <a:buSzTx/>
              <a:buFontTx/>
              <a:buNone/>
            </a:pPr>
            <a:r>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a:p>
            <a:pPr algn="l" defTabSz="914400" eaLnBrk="0" fontAlgn="base" hangingPunct="0" indent="0" latinLnBrk="0" lvl="1" marL="457200" marR="0" rtl="0">
              <a:lnSpc>
                <a:spcPct val="100000"/>
              </a:lnSpc>
              <a:spcBef>
                <a:spcPct val="30000"/>
              </a:spcBef>
              <a:spcAft>
                <a:spcPct val="0"/>
              </a:spcAft>
              <a:buClrTx/>
              <a:buSzTx/>
              <a:buFontTx/>
              <a:buNone/>
            </a:pPr>
            <a:r>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第二级</a:t>
            </a:r>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a:p>
            <a:pPr algn="l" defTabSz="914400" eaLnBrk="0" fontAlgn="base" hangingPunct="0" indent="0" latinLnBrk="0" lvl="2" marL="914400" marR="0" rtl="0">
              <a:lnSpc>
                <a:spcPct val="100000"/>
              </a:lnSpc>
              <a:spcBef>
                <a:spcPct val="30000"/>
              </a:spcBef>
              <a:spcAft>
                <a:spcPct val="0"/>
              </a:spcAft>
              <a:buClrTx/>
              <a:buSzTx/>
              <a:buFontTx/>
              <a:buNone/>
            </a:pPr>
            <a:r>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第三级</a:t>
            </a:r>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a:p>
            <a:pPr algn="l" defTabSz="914400" eaLnBrk="0" fontAlgn="base" hangingPunct="0" indent="0" latinLnBrk="0" lvl="3" marL="1371600" marR="0" rtl="0">
              <a:lnSpc>
                <a:spcPct val="100000"/>
              </a:lnSpc>
              <a:spcBef>
                <a:spcPct val="30000"/>
              </a:spcBef>
              <a:spcAft>
                <a:spcPct val="0"/>
              </a:spcAft>
              <a:buClrTx/>
              <a:buSzTx/>
              <a:buFontTx/>
              <a:buNone/>
            </a:pPr>
            <a:r>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第四级</a:t>
            </a:r>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a:p>
            <a:pPr algn="l" defTabSz="914400" eaLnBrk="0" fontAlgn="base" hangingPunct="0" indent="0" latinLnBrk="0" lvl="4" marL="1828800" marR="0" rtl="0">
              <a:lnSpc>
                <a:spcPct val="100000"/>
              </a:lnSpc>
              <a:spcBef>
                <a:spcPct val="30000"/>
              </a:spcBef>
              <a:spcAft>
                <a:spcPct val="0"/>
              </a:spcAft>
              <a:buClrTx/>
              <a:buSzTx/>
              <a:buFontTx/>
              <a:buNone/>
            </a:pPr>
            <a:r>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第五级</a:t>
            </a:r>
            <a:endPar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56" name="Rectangle 6"/>
          <p:cNvSpPr>
            <a:spLocks noGrp="1" noChangeArrowheads="1"/>
          </p:cNvSpPr>
          <p:nvPr>
            <p:ph type="ftr" sz="quarter" idx="4"/>
          </p:nvPr>
        </p:nvSpPr>
        <p:spPr bwMode="auto">
          <a:xfrm>
            <a:off x="0" y="8685213"/>
            <a:ext cx="2971800" cy="457200"/>
          </a:xfrm>
          <a:prstGeom prst="rect"/>
          <a:noFill/>
          <a:ln>
            <a:noFill/>
          </a:ln>
          <a:effectLst/>
        </p:spPr>
        <p:txBody>
          <a:bodyPr anchor="b" anchorCtr="0" bIns="45720" compatLnSpc="1" lIns="91440" numCol="1" rIns="91440" tIns="45720" vert="horz" wrap="square"/>
          <a:lstStyle>
            <a:lvl1pPr eaLnBrk="1" hangingPunct="1">
              <a:defRPr sz="1200">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57" name="Rectangle 7"/>
          <p:cNvSpPr>
            <a:spLocks noGrp="1" noChangeArrowheads="1"/>
          </p:cNvSpPr>
          <p:nvPr>
            <p:ph type="sldNum" sz="quarter" idx="5"/>
          </p:nvPr>
        </p:nvSpPr>
        <p:spPr bwMode="auto">
          <a:xfrm>
            <a:off x="3884613" y="8685213"/>
            <a:ext cx="2971800" cy="457200"/>
          </a:xfrm>
          <a:prstGeom prst="rect"/>
          <a:noFill/>
          <a:ln>
            <a:noFill/>
          </a:ln>
          <a:effectLst/>
        </p:spPr>
        <p:txBody>
          <a:bodyPr anchor="b" anchorCtr="0" bIns="45720" compatLnSpc="1" lIns="91440" numCol="1" rIns="91440" tIns="45720" vert="horz" wrap="square"/>
          <a:lstStyle>
            <a:lvl1pPr algn="r" eaLnBrk="1" hangingPunct="1">
              <a:defRPr sz="1200"/>
            </a:lvl1pPr>
          </a:lstStyle>
          <a:p>
            <a:pPr algn="r" defTabSz="914400" eaLnBrk="1" fontAlgn="base" hangingPunct="1" indent="0" latinLnBrk="0" lvl="0" marL="0" marR="0" rtl="0">
              <a:lnSpc>
                <a:spcPct val="100000"/>
              </a:lnSpc>
              <a:spcBef>
                <a:spcPct val="0"/>
              </a:spcBef>
              <a:spcAft>
                <a:spcPct val="0"/>
              </a:spcAft>
              <a:buClrTx/>
              <a:buSzTx/>
              <a:buFontTx/>
              <a:buNone/>
            </a:pPr>
            <a:fld id="{0F5A072D-E394-452C-862F-67A9ABFC683B}" type="slidenum">
              <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accent1="accent1" accent2="accent2" accent3="accent3" accent4="accent4" accent5="accent5" accent6="accent6" bg1="lt1" bg2="lt2" tx1="dk1" tx2="dk2" hlink="hlink" folHlink="folHlink"/>
  <p:hf dt="0" ftr="0" hdr="0" sldNum="0"/>
  <p:notesStyle>
    <a:lvl1pPr algn="l" eaLnBrk="0" fontAlgn="base" hangingPunct="0" rtl="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algn="l" eaLnBrk="0" fontAlgn="base" hangingPunct="0" marL="457200" rtl="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algn="l" eaLnBrk="0" fontAlgn="base" hangingPunct="0" marL="914400" rtl="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algn="l" eaLnBrk="0" fontAlgn="base" hangingPunct="0" marL="1371600" rtl="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algn="l" eaLnBrk="0" fontAlgn="base" hangingPunct="0" marL="1828800" rtl="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p:grpSpPr>
      <p:sp>
        <p:nvSpPr>
          <p:cNvPr id="1048731" name="幻灯片图像占位符 1"/>
          <p:cNvSpPr>
            <a:spLocks noChangeAspect="1" noRot="1" noGrp="1" noTextEdit="1"/>
          </p:cNvSpPr>
          <p:nvPr>
            <p:ph type="sldImg"/>
          </p:nvPr>
        </p:nvSpPr>
        <p:spPr/>
      </p:sp>
      <p:sp>
        <p:nvSpPr>
          <p:cNvPr id="1048732" name="备注占位符 2"/>
          <p:cNvSpPr>
            <a:spLocks noGrp="1"/>
          </p:cNvSpPr>
          <p:nvPr>
            <p:ph type="body" idx="1"/>
          </p:nvPr>
        </p:nvSpPr>
        <p:spPr/>
        <p:txBody>
          <a:bodyPr anchor="t" bIns="45720" lIns="91440" rIns="91440" tIns="45720" wrap="square"/>
          <a:p>
            <a:pPr lvl="0"/>
            <a:endParaRPr altLang="en-US" dirty="0" lang="zh-CN"/>
          </a:p>
        </p:txBody>
      </p:sp>
      <p:sp>
        <p:nvSpPr>
          <p:cNvPr id="1048733" name="灯片编号占位符 3"/>
          <p:cNvSpPr txBox="1">
            <a:spLocks noGrp="1"/>
          </p:cNvSpPr>
          <p:nvPr>
            <p:ph type="sldNum" sz="quarter"/>
          </p:nvPr>
        </p:nvSpPr>
        <p:spPr>
          <a:xfrm>
            <a:off x="3884613" y="8685213"/>
            <a:ext cx="2971800" cy="457200"/>
          </a:xfrm>
          <a:prstGeom prst="rect"/>
          <a:noFill/>
          <a:ln w="9525">
            <a:noFill/>
          </a:ln>
        </p:spPr>
        <p:txBody>
          <a:bodyPr anchor="b"/>
          <a:p>
            <a:pPr algn="r" eaLnBrk="1" hangingPunct="1" lvl="0"/>
            <a:fld id="{9A0DB2DC-4C9A-4742-B13C-FB6460FD3503}" type="slidenum">
              <a:rPr altLang="zh-CN" dirty="0" sz="1200" lang="en-US"/>
            </a:fld>
            <a:endParaRPr altLang="zh-CN" dirty="0" sz="1200"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p:grpSpPr>
      <p:sp>
        <p:nvSpPr>
          <p:cNvPr id="1048740" name="幻灯片图像占位符 1"/>
          <p:cNvSpPr>
            <a:spLocks noChangeAspect="1" noRot="1" noGrp="1" noTextEdit="1"/>
          </p:cNvSpPr>
          <p:nvPr>
            <p:ph type="sldImg"/>
          </p:nvPr>
        </p:nvSpPr>
        <p:spPr/>
      </p:sp>
      <p:sp>
        <p:nvSpPr>
          <p:cNvPr id="1048741" name="备注占位符 2"/>
          <p:cNvSpPr>
            <a:spLocks noGrp="1"/>
          </p:cNvSpPr>
          <p:nvPr>
            <p:ph type="body" idx="1"/>
          </p:nvPr>
        </p:nvSpPr>
        <p:spPr/>
        <p:txBody>
          <a:bodyPr anchor="t" bIns="45720" lIns="91440" rIns="91440" tIns="45720" wrap="square"/>
          <a:p>
            <a:pPr lvl="0"/>
            <a:endParaRPr altLang="en-US" dirty="0" lang="zh-CN"/>
          </a:p>
        </p:txBody>
      </p:sp>
      <p:sp>
        <p:nvSpPr>
          <p:cNvPr id="1048742" name="灯片编号占位符 3"/>
          <p:cNvSpPr txBox="1">
            <a:spLocks noGrp="1"/>
          </p:cNvSpPr>
          <p:nvPr>
            <p:ph type="sldNum" sz="quarter"/>
          </p:nvPr>
        </p:nvSpPr>
        <p:spPr>
          <a:xfrm>
            <a:off x="3884613" y="8685213"/>
            <a:ext cx="2971800" cy="457200"/>
          </a:xfrm>
          <a:prstGeom prst="rect"/>
          <a:noFill/>
          <a:ln w="9525">
            <a:noFill/>
          </a:ln>
        </p:spPr>
        <p:txBody>
          <a:bodyPr anchor="b"/>
          <a:p>
            <a:pPr algn="r" eaLnBrk="1" hangingPunct="1" lvl="0"/>
            <a:fld id="{9A0DB2DC-4C9A-4742-B13C-FB6460FD3503}" type="slidenum">
              <a:rPr altLang="zh-CN" dirty="0" sz="1200" lang="en-US"/>
            </a:fld>
            <a:endParaRPr altLang="zh-CN" dirty="0" sz="1200"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27" name=""/>
        <p:cNvGrpSpPr/>
        <p:nvPr/>
      </p:nvGrpSpPr>
      <p:grpSpPr>
        <a:xfrm/>
      </p:grpSpPr>
      <p:sp>
        <p:nvSpPr>
          <p:cNvPr id="1048778" name="幻灯片图像占位符 1"/>
          <p:cNvSpPr>
            <a:spLocks noChangeAspect="1" noRot="1" noGrp="1" noTextEdit="1"/>
          </p:cNvSpPr>
          <p:nvPr>
            <p:ph type="sldImg"/>
          </p:nvPr>
        </p:nvSpPr>
        <p:spPr/>
      </p:sp>
      <p:sp>
        <p:nvSpPr>
          <p:cNvPr id="1048779" name="备注占位符 2"/>
          <p:cNvSpPr>
            <a:spLocks noGrp="1"/>
          </p:cNvSpPr>
          <p:nvPr>
            <p:ph type="body" idx="1"/>
          </p:nvPr>
        </p:nvSpPr>
        <p:spPr/>
        <p:txBody>
          <a:bodyPr anchor="t" bIns="45720" lIns="91440" rIns="91440" tIns="45720" wrap="square"/>
          <a:p>
            <a:pPr lvl="0"/>
            <a:endParaRPr altLang="en-US" dirty="0" lang="zh-CN"/>
          </a:p>
        </p:txBody>
      </p:sp>
      <p:sp>
        <p:nvSpPr>
          <p:cNvPr id="1048780" name="灯片编号占位符 3"/>
          <p:cNvSpPr txBox="1">
            <a:spLocks noGrp="1"/>
          </p:cNvSpPr>
          <p:nvPr>
            <p:ph type="sldNum" sz="quarter"/>
          </p:nvPr>
        </p:nvSpPr>
        <p:spPr>
          <a:xfrm>
            <a:off x="3884613" y="8685213"/>
            <a:ext cx="2971800" cy="457200"/>
          </a:xfrm>
          <a:prstGeom prst="rect"/>
          <a:noFill/>
          <a:ln w="9525">
            <a:noFill/>
          </a:ln>
        </p:spPr>
        <p:txBody>
          <a:bodyPr anchor="b"/>
          <a:p>
            <a:pPr algn="r" eaLnBrk="1" hangingPunct="1" lvl="0"/>
            <a:fld id="{9A0DB2DC-4C9A-4742-B13C-FB6460FD3503}" type="slidenum">
              <a:rPr altLang="zh-CN" dirty="0" sz="1200" lang="en-US"/>
            </a:fld>
            <a:endParaRPr altLang="zh-CN" dirty="0" sz="1200"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标题幻灯片">
    <p:bg>
      <p:bgPr>
        <a:solidFill>
          <a:schemeClr val="bg1"/>
        </a:solidFill>
        <a:effectLst/>
      </p:bgPr>
    </p:bg>
    <p:spTree>
      <p:nvGrpSpPr>
        <p:cNvPr id="28" name=""/>
        <p:cNvGrpSpPr/>
        <p:nvPr/>
      </p:nvGrpSpPr>
      <p:grpSpPr>
        <a:xfrm>
          <a:off x="0" y="0"/>
          <a:ext cx="0" cy="0"/>
          <a:chOff x="0" y="0"/>
          <a:chExt cx="0" cy="0"/>
        </a:xfrm>
      </p:grpSpPr>
      <p:grpSp>
        <p:nvGrpSpPr>
          <p:cNvPr id="29" name="Group 2"/>
          <p:cNvGrpSpPr/>
          <p:nvPr/>
        </p:nvGrpSpPr>
        <p:grpSpPr>
          <a:xfrm>
            <a:off x="0" y="0"/>
            <a:ext cx="9144000" cy="6858000"/>
            <a:chOff x="0" y="0"/>
            <a:chExt cx="5760" cy="4320"/>
          </a:xfrm>
        </p:grpSpPr>
        <p:sp>
          <p:nvSpPr>
            <p:cNvPr id="1048589" name="Rectangle 3"/>
            <p:cNvSpPr>
              <a:spLocks noChangeArrowheads="1"/>
            </p:cNvSpPr>
            <p:nvPr/>
          </p:nvSpPr>
          <p:spPr bwMode="hidden">
            <a:xfrm>
              <a:off x="0" y="0"/>
              <a:ext cx="2208" cy="4320"/>
            </a:xfrm>
            <a:prstGeom prst="rect"/>
            <a:gradFill rotWithShape="0">
              <a:gsLst>
                <a:gs pos="0">
                  <a:schemeClr val="folHlink"/>
                </a:gs>
                <a:gs pos="100000">
                  <a:schemeClr val="bg1"/>
                </a:gs>
              </a:gsLst>
              <a:lin ang="0" scaled="1"/>
            </a:gradFill>
            <a:ln>
              <a:noFill/>
            </a:ln>
          </p:spPr>
          <p:txBody>
            <a:bodyPr anchor="ctr" wrap="none"/>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0" name="Rectangle 4"/>
            <p:cNvSpPr>
              <a:spLocks noChangeArrowheads="1"/>
            </p:cNvSpPr>
            <p:nvPr/>
          </p:nvSpPr>
          <p:spPr bwMode="hidden">
            <a:xfrm>
              <a:off x="1081" y="1065"/>
              <a:ext cx="4679" cy="1596"/>
            </a:xfrm>
            <a:prstGeom prst="rect"/>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0" name="Group 5"/>
            <p:cNvGrpSpPr/>
            <p:nvPr/>
          </p:nvGrpSpPr>
          <p:grpSpPr>
            <a:xfrm>
              <a:off x="0" y="672"/>
              <a:ext cx="1806" cy="1989"/>
              <a:chOff x="0" y="672"/>
              <a:chExt cx="1806" cy="1989"/>
            </a:xfrm>
          </p:grpSpPr>
          <p:sp>
            <p:nvSpPr>
              <p:cNvPr id="1048591" name="Rectangle 6"/>
              <p:cNvSpPr>
                <a:spLocks noChangeArrowheads="1"/>
              </p:cNvSpPr>
              <p:nvPr/>
            </p:nvSpPr>
            <p:spPr bwMode="auto">
              <a:xfrm>
                <a:off x="361" y="2257"/>
                <a:ext cx="363" cy="404"/>
              </a:xfrm>
              <a:prstGeom prst="rect"/>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2" name="Rectangle 7"/>
              <p:cNvSpPr>
                <a:spLocks noChangeArrowheads="1"/>
              </p:cNvSpPr>
              <p:nvPr/>
            </p:nvSpPr>
            <p:spPr bwMode="auto">
              <a:xfrm>
                <a:off x="1081" y="1065"/>
                <a:ext cx="362" cy="405"/>
              </a:xfrm>
              <a:prstGeom prst="rect"/>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3" name="Rectangle 8"/>
              <p:cNvSpPr>
                <a:spLocks noChangeArrowheads="1"/>
              </p:cNvSpPr>
              <p:nvPr/>
            </p:nvSpPr>
            <p:spPr bwMode="auto">
              <a:xfrm>
                <a:off x="1437" y="672"/>
                <a:ext cx="369" cy="400"/>
              </a:xfrm>
              <a:prstGeom prst="rect"/>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4" name="Rectangle 9"/>
              <p:cNvSpPr>
                <a:spLocks noChangeArrowheads="1"/>
              </p:cNvSpPr>
              <p:nvPr/>
            </p:nvSpPr>
            <p:spPr bwMode="auto">
              <a:xfrm>
                <a:off x="719" y="2257"/>
                <a:ext cx="368" cy="404"/>
              </a:xfrm>
              <a:prstGeom prst="rect"/>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5" name="Rectangle 10"/>
              <p:cNvSpPr>
                <a:spLocks noChangeArrowheads="1"/>
              </p:cNvSpPr>
              <p:nvPr/>
            </p:nvSpPr>
            <p:spPr bwMode="auto">
              <a:xfrm>
                <a:off x="1437" y="1065"/>
                <a:ext cx="369" cy="405"/>
              </a:xfrm>
              <a:prstGeom prst="rect"/>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6" name="Rectangle 11"/>
              <p:cNvSpPr>
                <a:spLocks noChangeArrowheads="1"/>
              </p:cNvSpPr>
              <p:nvPr/>
            </p:nvSpPr>
            <p:spPr bwMode="auto">
              <a:xfrm>
                <a:off x="719" y="1464"/>
                <a:ext cx="368" cy="399"/>
              </a:xfrm>
              <a:prstGeom prst="rect"/>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7" name="Rectangle 12"/>
              <p:cNvSpPr>
                <a:spLocks noChangeArrowheads="1"/>
              </p:cNvSpPr>
              <p:nvPr/>
            </p:nvSpPr>
            <p:spPr bwMode="auto">
              <a:xfrm>
                <a:off x="0" y="1464"/>
                <a:ext cx="367" cy="399"/>
              </a:xfrm>
              <a:prstGeom prst="rect"/>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8" name="Rectangle 13"/>
              <p:cNvSpPr>
                <a:spLocks noChangeArrowheads="1"/>
              </p:cNvSpPr>
              <p:nvPr/>
            </p:nvSpPr>
            <p:spPr bwMode="auto">
              <a:xfrm>
                <a:off x="1081" y="1464"/>
                <a:ext cx="362" cy="399"/>
              </a:xfrm>
              <a:prstGeom prst="rect"/>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99" name="Rectangle 14"/>
              <p:cNvSpPr>
                <a:spLocks noChangeArrowheads="1"/>
              </p:cNvSpPr>
              <p:nvPr/>
            </p:nvSpPr>
            <p:spPr bwMode="auto">
              <a:xfrm>
                <a:off x="361" y="1857"/>
                <a:ext cx="363" cy="406"/>
              </a:xfrm>
              <a:prstGeom prst="rect"/>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600" name="Rectangle 15"/>
              <p:cNvSpPr>
                <a:spLocks noChangeArrowheads="1"/>
              </p:cNvSpPr>
              <p:nvPr/>
            </p:nvSpPr>
            <p:spPr bwMode="auto">
              <a:xfrm>
                <a:off x="719" y="1857"/>
                <a:ext cx="368" cy="406"/>
              </a:xfrm>
              <a:prstGeom prst="rect"/>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04860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altLang="en-US" lang="zh-CN" noProof="0"/>
              <a:t>单击此处编辑母版标题样式</a:t>
            </a:r>
            <a:endParaRPr altLang="en-US" lang="zh-CN" noProof="0"/>
          </a:p>
        </p:txBody>
      </p:sp>
      <p:sp>
        <p:nvSpPr>
          <p:cNvPr id="1048602" name="Rectangle 20"/>
          <p:cNvSpPr>
            <a:spLocks noGrp="1" noChangeArrowheads="1"/>
          </p:cNvSpPr>
          <p:nvPr>
            <p:ph type="subTitle" idx="1"/>
          </p:nvPr>
        </p:nvSpPr>
        <p:spPr>
          <a:xfrm>
            <a:off x="2971800" y="4267200"/>
            <a:ext cx="6019800" cy="1752600"/>
          </a:xfrm>
        </p:spPr>
        <p:txBody>
          <a:bodyPr/>
          <a:lstStyle>
            <a:lvl1pPr indent="0" marL="0">
              <a:buFont typeface="Wingdings" panose="05000000000000000000" pitchFamily="2" charset="2"/>
              <a:buNone/>
              <a:defRPr sz="3400"/>
            </a:lvl1pPr>
          </a:lstStyle>
          <a:p>
            <a:pPr lvl="0"/>
            <a:r>
              <a:rPr altLang="en-US" lang="zh-CN" noProof="0"/>
              <a:t>单击此处编辑母版副标题样式</a:t>
            </a:r>
            <a:endParaRPr altLang="en-US" lang="zh-CN" noProof="0"/>
          </a:p>
        </p:txBody>
      </p:sp>
      <p:sp>
        <p:nvSpPr>
          <p:cNvPr id="1048603" name="Rectangle 16"/>
          <p:cNvSpPr>
            <a:spLocks noGrp="1" noChangeArrowheads="1"/>
          </p:cNvSpPr>
          <p:nvPr>
            <p:ph type="dt" sz="half" idx="2"/>
          </p:nvPr>
        </p:nvSpPr>
        <p:spPr bwMode="auto">
          <a:xfrm>
            <a:off x="457200" y="6248400"/>
            <a:ext cx="2133600" cy="45720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CCA43475-4C43-4E96-A10D-A00D024EFF43}"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04" name="Rectangle 17"/>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05" name="Rectangle 18"/>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FBD76A89-7DE0-4619-B3AB-AAC5B40D0C43}"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74" name=""/>
        <p:cNvGrpSpPr/>
        <p:nvPr/>
      </p:nvGrpSpPr>
      <p:grpSpPr>
        <a:xfrm>
          <a:off x="0" y="0"/>
          <a:ext cx="0" cy="0"/>
          <a:chOff x="0" y="0"/>
          <a:chExt cx="0" cy="0"/>
        </a:xfrm>
      </p:grpSpPr>
      <p:sp>
        <p:nvSpPr>
          <p:cNvPr id="1048609" name="标题 1"/>
          <p:cNvSpPr>
            <a:spLocks noGrp="1"/>
          </p:cNvSpPr>
          <p:nvPr>
            <p:ph type="title"/>
          </p:nvPr>
        </p:nvSpPr>
        <p:spPr/>
        <p:txBody>
          <a:bodyPr/>
          <a:p>
            <a:r>
              <a:rPr altLang="en-US" lang="zh-CN"/>
              <a:t>单击此处编辑母版标题样式</a:t>
            </a:r>
            <a:endParaRPr altLang="en-US" lang="zh-CN"/>
          </a:p>
        </p:txBody>
      </p:sp>
      <p:sp>
        <p:nvSpPr>
          <p:cNvPr id="1048610" name="内容占位符 2"/>
          <p:cNvSpPr>
            <a:spLocks noGrp="1"/>
          </p:cNvSpPr>
          <p:nvPr>
            <p:ph idx="1"/>
          </p:nvPr>
        </p:nvSpPr>
        <p:spPr/>
        <p:txBody>
          <a:bodyPr/>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611" name="灯片编号占位符 3"/>
          <p:cNvSpPr>
            <a:spLocks noGrp="1"/>
          </p:cNvSpPr>
          <p:nvPr>
            <p:ph type="sldNum" sz="quarter" idx="10"/>
          </p:nvPr>
        </p:nvSpPr>
        <p:spPr/>
        <p:txBody>
          <a:bodyPr/>
          <a:p>
            <a:pPr algn="r" defTabSz="914400" eaLnBrk="1" fontAlgn="base" hangingPunct="1" indent="0" latinLnBrk="0" lvl="0" marL="0" marR="0" rtl="0">
              <a:lnSpc>
                <a:spcPct val="100000"/>
              </a:lnSpc>
              <a:spcBef>
                <a:spcPct val="0"/>
              </a:spcBef>
              <a:spcAft>
                <a:spcPct val="0"/>
              </a:spcAft>
              <a:buClrTx/>
              <a:buSzTx/>
              <a:buFontTx/>
              <a:buNone/>
            </a:pPr>
            <a:fld id="{4A3E2479-6306-4211-86F2-8E98D15000ED}"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612" name="日期占位符 4"/>
          <p:cNvSpPr>
            <a:spLocks noGrp="1"/>
          </p:cNvSpPr>
          <p:nvPr>
            <p:ph type="dt" sz="half" idx="11"/>
          </p:nvPr>
        </p:nvSpPr>
        <p:spPr/>
        <p:txBody>
          <a:bodyPr/>
          <a:p>
            <a:pPr algn="l" defTabSz="914400" eaLnBrk="1" fontAlgn="base" hangingPunct="1" indent="0" latinLnBrk="0" lvl="0" marL="0" marR="0" rtl="0">
              <a:lnSpc>
                <a:spcPct val="100000"/>
              </a:lnSpc>
              <a:spcBef>
                <a:spcPct val="0"/>
              </a:spcBef>
              <a:spcAft>
                <a:spcPct val="0"/>
              </a:spcAft>
              <a:buClrTx/>
              <a:buSzTx/>
              <a:buFontTx/>
              <a:buNone/>
            </a:pPr>
            <a:fld id="{4E9018DF-14B6-43DB-AD89-1CF00534B38E}"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bg>
      <p:bgPr>
        <a:solidFill>
          <a:schemeClr val="bg1"/>
        </a:solidFill>
        <a:effectLst/>
      </p:bgPr>
    </p:bg>
    <p:spTree>
      <p:nvGrpSpPr>
        <p:cNvPr id="138" name=""/>
        <p:cNvGrpSpPr/>
        <p:nvPr/>
      </p:nvGrpSpPr>
      <p:grpSpPr>
        <a:xfrm>
          <a:off x="0" y="0"/>
          <a:ext cx="0" cy="0"/>
          <a:chOff x="0" y="0"/>
          <a:chExt cx="0" cy="0"/>
        </a:xfrm>
      </p:grpSpPr>
      <p:sp>
        <p:nvSpPr>
          <p:cNvPr id="1048818" name="标题 1"/>
          <p:cNvSpPr>
            <a:spLocks noGrp="1"/>
          </p:cNvSpPr>
          <p:nvPr>
            <p:ph type="title"/>
          </p:nvPr>
        </p:nvSpPr>
        <p:spPr>
          <a:xfrm>
            <a:off x="722313" y="4406900"/>
            <a:ext cx="7772400" cy="1362075"/>
          </a:xfrm>
        </p:spPr>
        <p:txBody>
          <a:bodyPr anchor="t"/>
          <a:lstStyle>
            <a:lvl1pPr algn="l">
              <a:defRPr b="1" cap="all" sz="4000"/>
            </a:lvl1pPr>
          </a:lstStyle>
          <a:p>
            <a:r>
              <a:rPr altLang="en-US" lang="zh-CN"/>
              <a:t>单击此处编辑母版标题样式</a:t>
            </a:r>
            <a:endParaRPr altLang="en-US" lang="zh-CN"/>
          </a:p>
        </p:txBody>
      </p:sp>
      <p:sp>
        <p:nvSpPr>
          <p:cNvPr id="1048819" name="文本占位符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altLang="en-US" lang="zh-CN"/>
              <a:t>单击此处编辑母版文本样式</a:t>
            </a:r>
            <a:endParaRPr altLang="en-US" lang="zh-CN"/>
          </a:p>
        </p:txBody>
      </p:sp>
      <p:sp>
        <p:nvSpPr>
          <p:cNvPr id="1048820"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21"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D3C8866B-0376-41D4-80F8-E25CBE49E5FC}"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22" name="Rectangle 16"/>
          <p:cNvSpPr>
            <a:spLocks noGrp="1" noChangeArrowheads="1"/>
          </p:cNvSpPr>
          <p:nvPr>
            <p:ph type="dt" sz="half" idx="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6D554AE8-2680-4AE4-8A6D-AD8E3F1B1298}"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bg>
      <p:bgPr>
        <a:solidFill>
          <a:schemeClr val="bg1"/>
        </a:solidFill>
        <a:effectLst/>
      </p:bgPr>
    </p:bg>
    <p:spTree>
      <p:nvGrpSpPr>
        <p:cNvPr id="142" name=""/>
        <p:cNvGrpSpPr/>
        <p:nvPr/>
      </p:nvGrpSpPr>
      <p:grpSpPr>
        <a:xfrm>
          <a:off x="0" y="0"/>
          <a:ext cx="0" cy="0"/>
          <a:chOff x="0" y="0"/>
          <a:chExt cx="0" cy="0"/>
        </a:xfrm>
      </p:grpSpPr>
      <p:sp>
        <p:nvSpPr>
          <p:cNvPr id="1048840" name="标题 1"/>
          <p:cNvSpPr>
            <a:spLocks noGrp="1"/>
          </p:cNvSpPr>
          <p:nvPr>
            <p:ph type="title"/>
          </p:nvPr>
        </p:nvSpPr>
        <p:spPr/>
        <p:txBody>
          <a:bodyPr/>
          <a:p>
            <a:r>
              <a:rPr altLang="en-US" lang="zh-CN"/>
              <a:t>单击此处编辑母版标题样式</a:t>
            </a:r>
            <a:endParaRPr altLang="en-US" lang="zh-CN"/>
          </a:p>
        </p:txBody>
      </p:sp>
      <p:sp>
        <p:nvSpPr>
          <p:cNvPr id="1048841"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42"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43"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44"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4E869AE0-6513-4848-8B54-7976A7407349}"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45" name="Rectangle 16"/>
          <p:cNvSpPr>
            <a:spLocks noGrp="1" noChangeArrowheads="1"/>
          </p:cNvSpPr>
          <p:nvPr>
            <p:ph type="dt" sz="half" idx="1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A44932C5-BC17-4E1D-BE51-1E7D37B07951}"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bg>
      <p:bgPr>
        <a:solidFill>
          <a:schemeClr val="bg1"/>
        </a:solidFill>
        <a:effectLst/>
      </p:bgPr>
    </p:bg>
    <p:spTree>
      <p:nvGrpSpPr>
        <p:cNvPr id="139" name=""/>
        <p:cNvGrpSpPr/>
        <p:nvPr/>
      </p:nvGrpSpPr>
      <p:grpSpPr>
        <a:xfrm>
          <a:off x="0" y="0"/>
          <a:ext cx="0" cy="0"/>
          <a:chOff x="0" y="0"/>
          <a:chExt cx="0" cy="0"/>
        </a:xfrm>
      </p:grpSpPr>
      <p:sp>
        <p:nvSpPr>
          <p:cNvPr id="1048823" name="标题 1"/>
          <p:cNvSpPr>
            <a:spLocks noGrp="1"/>
          </p:cNvSpPr>
          <p:nvPr>
            <p:ph type="title"/>
          </p:nvPr>
        </p:nvSpPr>
        <p:spPr>
          <a:xfrm>
            <a:off x="457200" y="274638"/>
            <a:ext cx="8229600" cy="1143000"/>
          </a:xfrm>
        </p:spPr>
        <p:txBody>
          <a:bodyPr/>
          <a:p>
            <a:r>
              <a:rPr altLang="en-US" lang="zh-CN"/>
              <a:t>单击此处编辑母版标题样式</a:t>
            </a:r>
            <a:endParaRPr altLang="en-US" lang="zh-CN"/>
          </a:p>
        </p:txBody>
      </p:sp>
      <p:sp>
        <p:nvSpPr>
          <p:cNvPr id="1048824" name="文本占位符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单击此处编辑母版文本样式</a:t>
            </a:r>
            <a:endParaRPr altLang="en-US" lang="zh-CN"/>
          </a:p>
        </p:txBody>
      </p:sp>
      <p:sp>
        <p:nvSpPr>
          <p:cNvPr id="1048825"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26" name="文本占位符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单击此处编辑母版文本样式</a:t>
            </a:r>
            <a:endParaRPr altLang="en-US" lang="zh-CN"/>
          </a:p>
        </p:txBody>
      </p:sp>
      <p:sp>
        <p:nvSpPr>
          <p:cNvPr id="1048827"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28" name="Rectangle 2"/>
          <p:cNvSpPr>
            <a:spLocks noGrp="1" noChangeArrowheads="1"/>
          </p:cNvSpPr>
          <p:nvPr>
            <p:ph type="ftr" sz="quarter" idx="1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29" name="Rectangle 3"/>
          <p:cNvSpPr>
            <a:spLocks noGrp="1" noChangeArrowheads="1"/>
          </p:cNvSpPr>
          <p:nvPr>
            <p:ph type="sldNum" sz="quarter" idx="1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6B34EC73-9474-4BED-9BC9-81CE3758706A}"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30" name="Rectangle 16"/>
          <p:cNvSpPr>
            <a:spLocks noGrp="1" noChangeArrowheads="1"/>
          </p:cNvSpPr>
          <p:nvPr>
            <p:ph type="dt" sz="half" idx="1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0F682866-2ED4-43C6-8E97-3DFB405E3CAF}"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bg>
      <p:bgPr>
        <a:solidFill>
          <a:schemeClr val="bg1"/>
        </a:solidFill>
        <a:effectLst/>
      </p:bgPr>
    </p:bg>
    <p:spTree>
      <p:nvGrpSpPr>
        <p:cNvPr id="135" name=""/>
        <p:cNvGrpSpPr/>
        <p:nvPr/>
      </p:nvGrpSpPr>
      <p:grpSpPr>
        <a:xfrm>
          <a:off x="0" y="0"/>
          <a:ext cx="0" cy="0"/>
          <a:chOff x="0" y="0"/>
          <a:chExt cx="0" cy="0"/>
        </a:xfrm>
      </p:grpSpPr>
      <p:sp>
        <p:nvSpPr>
          <p:cNvPr id="1048803" name="标题 1"/>
          <p:cNvSpPr>
            <a:spLocks noGrp="1"/>
          </p:cNvSpPr>
          <p:nvPr>
            <p:ph type="title"/>
          </p:nvPr>
        </p:nvSpPr>
        <p:spPr/>
        <p:txBody>
          <a:bodyPr/>
          <a:p>
            <a:r>
              <a:rPr altLang="en-US" lang="zh-CN"/>
              <a:t>单击此处编辑母版标题样式</a:t>
            </a:r>
            <a:endParaRPr altLang="en-US" lang="zh-CN"/>
          </a:p>
        </p:txBody>
      </p:sp>
      <p:sp>
        <p:nvSpPr>
          <p:cNvPr id="1048804"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05"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20F41BA5-C9FB-4CA8-B96A-0E01B9DB5C37}"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06" name="Rectangle 16"/>
          <p:cNvSpPr>
            <a:spLocks noGrp="1" noChangeArrowheads="1"/>
          </p:cNvSpPr>
          <p:nvPr>
            <p:ph type="dt" sz="half" idx="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93C3FD7B-5E21-40C3-8757-9C053E99E66F}"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115" name=""/>
        <p:cNvGrpSpPr/>
        <p:nvPr/>
      </p:nvGrpSpPr>
      <p:grpSpPr>
        <a:xfrm>
          <a:off x="0" y="0"/>
          <a:ext cx="0" cy="0"/>
          <a:chOff x="0" y="0"/>
          <a:chExt cx="0" cy="0"/>
        </a:xfrm>
      </p:grpSpPr>
      <p:sp>
        <p:nvSpPr>
          <p:cNvPr id="1048751" name="灯片编号占位符 1"/>
          <p:cNvSpPr>
            <a:spLocks noGrp="1"/>
          </p:cNvSpPr>
          <p:nvPr>
            <p:ph type="sldNum" sz="quarter" idx="10"/>
          </p:nvPr>
        </p:nvSpPr>
        <p:spPr/>
        <p:txBody>
          <a:bodyPr/>
          <a:p>
            <a:pPr algn="r" defTabSz="914400" eaLnBrk="1" fontAlgn="base" hangingPunct="1" indent="0" latinLnBrk="0" lvl="0" marL="0" marR="0" rtl="0">
              <a:lnSpc>
                <a:spcPct val="100000"/>
              </a:lnSpc>
              <a:spcBef>
                <a:spcPct val="0"/>
              </a:spcBef>
              <a:spcAft>
                <a:spcPct val="0"/>
              </a:spcAft>
              <a:buClrTx/>
              <a:buSzTx/>
              <a:buFontTx/>
              <a:buNone/>
            </a:pPr>
            <a:fld id="{4A3E2479-6306-4211-86F2-8E98D15000ED}"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752" name="日期占位符 2"/>
          <p:cNvSpPr>
            <a:spLocks noGrp="1"/>
          </p:cNvSpPr>
          <p:nvPr>
            <p:ph type="dt" sz="half" idx="11"/>
          </p:nvPr>
        </p:nvSpPr>
        <p:spPr/>
        <p:txBody>
          <a:bodyPr/>
          <a:p>
            <a:pPr algn="l" defTabSz="914400" eaLnBrk="1" fontAlgn="base" hangingPunct="1" indent="0" latinLnBrk="0" lvl="0" marL="0" marR="0" rtl="0">
              <a:lnSpc>
                <a:spcPct val="100000"/>
              </a:lnSpc>
              <a:spcBef>
                <a:spcPct val="0"/>
              </a:spcBef>
              <a:spcAft>
                <a:spcPct val="0"/>
              </a:spcAft>
              <a:buClrTx/>
              <a:buSzTx/>
              <a:buFontTx/>
              <a:buNone/>
            </a:pPr>
            <a:fld id="{4E9018DF-14B6-43DB-AD89-1CF00534B38E}"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内容与标题">
    <p:bg>
      <p:bgPr>
        <a:solidFill>
          <a:schemeClr val="bg1"/>
        </a:solidFill>
        <a:effectLst/>
      </p:bgPr>
    </p:bg>
    <p:spTree>
      <p:nvGrpSpPr>
        <p:cNvPr id="143" name=""/>
        <p:cNvGrpSpPr/>
        <p:nvPr/>
      </p:nvGrpSpPr>
      <p:grpSpPr>
        <a:xfrm>
          <a:off x="0" y="0"/>
          <a:ext cx="0" cy="0"/>
          <a:chOff x="0" y="0"/>
          <a:chExt cx="0" cy="0"/>
        </a:xfrm>
      </p:grpSpPr>
      <p:sp>
        <p:nvSpPr>
          <p:cNvPr id="1048846" name="标题 1"/>
          <p:cNvSpPr>
            <a:spLocks noGrp="1"/>
          </p:cNvSpPr>
          <p:nvPr>
            <p:ph type="title"/>
          </p:nvPr>
        </p:nvSpPr>
        <p:spPr>
          <a:xfrm>
            <a:off x="457200" y="273050"/>
            <a:ext cx="3008313" cy="1162050"/>
          </a:xfrm>
        </p:spPr>
        <p:txBody>
          <a:bodyPr anchor="b"/>
          <a:lstStyle>
            <a:lvl1pPr algn="l">
              <a:defRPr b="1" sz="2000"/>
            </a:lvl1pPr>
          </a:lstStyle>
          <a:p>
            <a:r>
              <a:rPr altLang="en-US" lang="zh-CN"/>
              <a:t>单击此处编辑母版标题样式</a:t>
            </a:r>
            <a:endParaRPr altLang="en-US" lang="zh-CN"/>
          </a:p>
        </p:txBody>
      </p:sp>
      <p:sp>
        <p:nvSpPr>
          <p:cNvPr id="1048847"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48" name="文本占位符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单击此处编辑母版文本样式</a:t>
            </a:r>
            <a:endParaRPr altLang="en-US" lang="zh-CN"/>
          </a:p>
        </p:txBody>
      </p:sp>
      <p:sp>
        <p:nvSpPr>
          <p:cNvPr id="1048849"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50"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DEFE90DC-3713-49C2-B58E-D09E8276B81F}"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51" name="Rectangle 16"/>
          <p:cNvSpPr>
            <a:spLocks noGrp="1" noChangeArrowheads="1"/>
          </p:cNvSpPr>
          <p:nvPr>
            <p:ph type="dt" sz="half" idx="1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4D41ABB7-9CD7-4B6D-8621-B753EC4879BD}"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图片与标题">
    <p:bg>
      <p:bgPr>
        <a:solidFill>
          <a:schemeClr val="bg1"/>
        </a:solidFill>
        <a:effectLst/>
      </p:bgPr>
    </p:bg>
    <p:spTree>
      <p:nvGrpSpPr>
        <p:cNvPr id="137" name=""/>
        <p:cNvGrpSpPr/>
        <p:nvPr/>
      </p:nvGrpSpPr>
      <p:grpSpPr>
        <a:xfrm>
          <a:off x="0" y="0"/>
          <a:ext cx="0" cy="0"/>
          <a:chOff x="0" y="0"/>
          <a:chExt cx="0" cy="0"/>
        </a:xfrm>
      </p:grpSpPr>
      <p:sp>
        <p:nvSpPr>
          <p:cNvPr id="1048812" name="标题 1"/>
          <p:cNvSpPr>
            <a:spLocks noGrp="1"/>
          </p:cNvSpPr>
          <p:nvPr>
            <p:ph type="title"/>
          </p:nvPr>
        </p:nvSpPr>
        <p:spPr>
          <a:xfrm>
            <a:off x="1792288" y="4800600"/>
            <a:ext cx="5486400" cy="566738"/>
          </a:xfrm>
        </p:spPr>
        <p:txBody>
          <a:bodyPr anchor="b"/>
          <a:lstStyle>
            <a:lvl1pPr algn="l">
              <a:defRPr b="1" sz="2000"/>
            </a:lvl1pPr>
          </a:lstStyle>
          <a:p>
            <a:r>
              <a:rPr altLang="en-US" lang="zh-CN"/>
              <a:t>单击此处编辑母版标题样式</a:t>
            </a:r>
            <a:endParaRPr altLang="en-US" lang="zh-CN"/>
          </a:p>
        </p:txBody>
      </p:sp>
      <p:sp>
        <p:nvSpPr>
          <p:cNvPr id="1048813" name="图片占位符 2"/>
          <p:cNvSpPr>
            <a:spLocks noGrp="1"/>
          </p:cNvSpPr>
          <p:nvPr>
            <p:ph type="pic" idx="1"/>
          </p:nvPr>
        </p:nvSpPr>
        <p:spPr>
          <a:xfrm>
            <a:off x="1792288" y="612775"/>
            <a:ext cx="5486400" cy="4114800"/>
          </a:xfrm>
        </p:spPr>
        <p:txBody>
          <a:bodyPr anchor="t" anchorCtr="0" bIns="45720" compatLnSpc="1" lIns="91440" numCol="1" rIns="91440" tIns="45720" vert="horz" wrap="square"/>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endParaRPr altLang="en-US" baseline="0" b="0" cap="none" sz="3200" i="0" kern="0" kumimoji="0" lang="zh-CN" noProof="0" normalizeH="0" spc="0" strike="noStrike" u="none">
              <a:ln>
                <a:noFill/>
              </a:ln>
              <a:solidFill>
                <a:schemeClr val="tx1"/>
              </a:solidFill>
              <a:effectLst/>
              <a:uLnTx/>
              <a:uFillTx/>
              <a:latin typeface="+mn-lt"/>
              <a:ea typeface="+mn-ea"/>
              <a:cs typeface="+mn-cs"/>
            </a:endParaRPr>
          </a:p>
        </p:txBody>
      </p:sp>
      <p:sp>
        <p:nvSpPr>
          <p:cNvPr id="1048814" name="文本占位符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单击此处编辑母版文本样式</a:t>
            </a:r>
            <a:endParaRPr altLang="en-US" lang="zh-CN"/>
          </a:p>
        </p:txBody>
      </p:sp>
      <p:sp>
        <p:nvSpPr>
          <p:cNvPr id="1048815"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16"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D55CB629-3F39-4DA0-A383-442A23D5B19A}"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17" name="Rectangle 16"/>
          <p:cNvSpPr>
            <a:spLocks noGrp="1" noChangeArrowheads="1"/>
          </p:cNvSpPr>
          <p:nvPr>
            <p:ph type="dt" sz="half" idx="1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E76E4F5F-ED54-4550-B3CD-1BB9FA7E0101}"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标题和竖排文字">
    <p:bg>
      <p:bgPr>
        <a:solidFill>
          <a:schemeClr val="bg1"/>
        </a:solidFill>
        <a:effectLst/>
      </p:bgPr>
    </p:bg>
    <p:spTree>
      <p:nvGrpSpPr>
        <p:cNvPr id="141" name=""/>
        <p:cNvGrpSpPr/>
        <p:nvPr/>
      </p:nvGrpSpPr>
      <p:grpSpPr>
        <a:xfrm>
          <a:off x="0" y="0"/>
          <a:ext cx="0" cy="0"/>
          <a:chOff x="0" y="0"/>
          <a:chExt cx="0" cy="0"/>
        </a:xfrm>
      </p:grpSpPr>
      <p:sp>
        <p:nvSpPr>
          <p:cNvPr id="1048835" name="标题 1"/>
          <p:cNvSpPr>
            <a:spLocks noGrp="1"/>
          </p:cNvSpPr>
          <p:nvPr>
            <p:ph type="title"/>
          </p:nvPr>
        </p:nvSpPr>
        <p:spPr/>
        <p:txBody>
          <a:bodyPr/>
          <a:p>
            <a:r>
              <a:rPr altLang="en-US" lang="zh-CN"/>
              <a:t>单击此处编辑母版标题样式</a:t>
            </a:r>
            <a:endParaRPr altLang="en-US" lang="zh-CN"/>
          </a:p>
        </p:txBody>
      </p:sp>
      <p:sp>
        <p:nvSpPr>
          <p:cNvPr id="1048836" name="竖排文字占位符 2"/>
          <p:cNvSpPr>
            <a:spLocks noGrp="1"/>
          </p:cNvSpPr>
          <p:nvPr>
            <p:ph type="body" orient="vert" idx="1"/>
          </p:nvPr>
        </p:nvSpPr>
        <p:spPr/>
        <p:txBody>
          <a:bodyPr vert="eaVert"/>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37"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38"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FCD03C90-66B7-4F15-B62D-24696FFC9200}"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39" name="Rectangle 16"/>
          <p:cNvSpPr>
            <a:spLocks noGrp="1" noChangeArrowheads="1"/>
          </p:cNvSpPr>
          <p:nvPr>
            <p:ph type="dt" sz="half" idx="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735F3F38-9E7C-4C86-8FB7-25405CC8BAF1}"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垂直排列标题与文本">
    <p:bg>
      <p:bgPr>
        <a:solidFill>
          <a:schemeClr val="bg1"/>
        </a:solidFill>
        <a:effectLst/>
      </p:bgPr>
    </p:bg>
    <p:spTree>
      <p:nvGrpSpPr>
        <p:cNvPr id="136" name=""/>
        <p:cNvGrpSpPr/>
        <p:nvPr/>
      </p:nvGrpSpPr>
      <p:grpSpPr>
        <a:xfrm>
          <a:off x="0" y="0"/>
          <a:ext cx="0" cy="0"/>
          <a:chOff x="0" y="0"/>
          <a:chExt cx="0" cy="0"/>
        </a:xfrm>
      </p:grpSpPr>
      <p:sp>
        <p:nvSpPr>
          <p:cNvPr id="1048807" name="竖排标题 1"/>
          <p:cNvSpPr>
            <a:spLocks noGrp="1"/>
          </p:cNvSpPr>
          <p:nvPr>
            <p:ph type="title" orient="vert"/>
          </p:nvPr>
        </p:nvSpPr>
        <p:spPr>
          <a:xfrm>
            <a:off x="6629400" y="457200"/>
            <a:ext cx="2057400" cy="5410200"/>
          </a:xfrm>
        </p:spPr>
        <p:txBody>
          <a:bodyPr vert="eaVert"/>
          <a:p>
            <a:r>
              <a:rPr altLang="en-US" lang="zh-CN"/>
              <a:t>单击此处编辑母版标题样式</a:t>
            </a:r>
            <a:endParaRPr altLang="en-US" lang="zh-CN"/>
          </a:p>
        </p:txBody>
      </p:sp>
      <p:sp>
        <p:nvSpPr>
          <p:cNvPr id="1048808" name="竖排文字占位符 2"/>
          <p:cNvSpPr>
            <a:spLocks noGrp="1"/>
          </p:cNvSpPr>
          <p:nvPr>
            <p:ph type="body" orient="vert" idx="1"/>
          </p:nvPr>
        </p:nvSpPr>
        <p:spPr>
          <a:xfrm>
            <a:off x="457200" y="457200"/>
            <a:ext cx="6019800" cy="5410200"/>
          </a:xfrm>
        </p:spPr>
        <p:txBody>
          <a:bodyPr vert="eaVert"/>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09"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10"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47B03C77-72B6-44CE-89E0-161357A11F69}"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11" name="Rectangle 16"/>
          <p:cNvSpPr>
            <a:spLocks noGrp="1" noChangeArrowheads="1"/>
          </p:cNvSpPr>
          <p:nvPr>
            <p:ph type="dt" sz="half" idx="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A08C8C02-1115-43BB-ACC8-9DE47F89A0AF}"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objOnly">
  <p:cSld name="内容">
    <p:bg>
      <p:bgPr>
        <a:solidFill>
          <a:schemeClr val="bg1"/>
        </a:solidFill>
        <a:effectLst/>
      </p:bgPr>
    </p:bg>
    <p:spTree>
      <p:nvGrpSpPr>
        <p:cNvPr id="140" name=""/>
        <p:cNvGrpSpPr/>
        <p:nvPr/>
      </p:nvGrpSpPr>
      <p:grpSpPr>
        <a:xfrm>
          <a:off x="0" y="0"/>
          <a:ext cx="0" cy="0"/>
          <a:chOff x="0" y="0"/>
          <a:chExt cx="0" cy="0"/>
        </a:xfrm>
      </p:grpSpPr>
      <p:sp>
        <p:nvSpPr>
          <p:cNvPr id="1048831" name="内容占位符 1"/>
          <p:cNvSpPr>
            <a:spLocks noGrp="1"/>
          </p:cNvSpPr>
          <p:nvPr>
            <p:ph/>
          </p:nvPr>
        </p:nvSpPr>
        <p:spPr>
          <a:xfrm>
            <a:off x="457200" y="457200"/>
            <a:ext cx="8229600" cy="5410200"/>
          </a:xfrm>
        </p:spPr>
        <p:txBody>
          <a:bodyPr/>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32" name="Rectangle 2"/>
          <p:cNvSpPr>
            <a:spLocks noGrp="1" noChangeArrowheads="1"/>
          </p:cNvSpPr>
          <p:nvPr>
            <p:ph type="ftr" sz="quarter" idx="3"/>
          </p:nvPr>
        </p:nvSpPr>
        <p:spPr>
          <a:xfrm>
            <a:off x="3124200" y="6248400"/>
            <a:ext cx="2895600" cy="457200"/>
          </a:xfrm>
          <a:prstGeom prst="rect"/>
        </p:spPr>
        <p:txBody>
          <a:bodyPr/>
          <a:lstStyle>
            <a:lvl1pPr eaLnBrk="1" hangingPunct="1">
              <a:defRPr>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r>
              <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t>沈阳航空航天大学自动化学院</a:t>
            </a:r>
            <a:endParaRPr altLang="zh-CN" baseline="0" b="0" cap="none" sz="18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833" name="Rectangle 3"/>
          <p:cNvSpPr>
            <a:spLocks noGrp="1" noChangeArrowheads="1"/>
          </p:cNvSpPr>
          <p:nvPr>
            <p:ph type="sldNum" sz="quarter" idx="4"/>
          </p:nvPr>
        </p:nvSpPr>
        <p:spPr bwMode="auto">
          <a:xfrm>
            <a:off x="6553200" y="6248400"/>
            <a:ext cx="2133600" cy="457200"/>
          </a:xfrm>
          <a:prstGeom prst="rect"/>
        </p:spPr>
        <p:txBody>
          <a:bodyPr anchor="b" anchorCtr="0" bIns="45720" compatLnSpc="1" lIns="91440" numCol="1" rIns="91440" tIns="45720" vert="horz" wrap="square"/>
          <a:p>
            <a:pPr algn="r" defTabSz="914400" eaLnBrk="1" fontAlgn="base" hangingPunct="1" indent="0" latinLnBrk="0" lvl="0" marL="0" marR="0" rtl="0">
              <a:lnSpc>
                <a:spcPct val="100000"/>
              </a:lnSpc>
              <a:spcBef>
                <a:spcPct val="0"/>
              </a:spcBef>
              <a:spcAft>
                <a:spcPct val="0"/>
              </a:spcAft>
              <a:buClrTx/>
              <a:buSzTx/>
              <a:buFontTx/>
              <a:buNone/>
            </a:pPr>
            <a:fld id="{D218D4B1-0B38-450A-865A-0DD17D9EE25B}"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sp>
        <p:nvSpPr>
          <p:cNvPr id="1048834" name="Rectangle 16"/>
          <p:cNvSpPr>
            <a:spLocks noGrp="1" noChangeArrowheads="1"/>
          </p:cNvSpPr>
          <p:nvPr>
            <p:ph type="dt" sz="half" idx="2"/>
          </p:nvPr>
        </p:nvSpPr>
        <p:spPr bwMode="auto">
          <a:xfrm>
            <a:off x="457200" y="6245225"/>
            <a:ext cx="2133600" cy="476250"/>
          </a:xfrm>
          <a:prstGeom prst="rect"/>
        </p:spPr>
        <p:txBody>
          <a:bodyPr anchor="b"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fld id="{5465404D-1ED8-476B-9C4F-B01B364840B1}"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p:bg>
      <p:bgPr>
        <a:blipFill rotWithShape="0">
          <a:blip xmlns:r="http://schemas.openxmlformats.org/officeDocument/2006/relationships" r:embed="rId1"/>
          <a:stretch>
            <a:fillRect/>
          </a:stretch>
        </a:blipFill>
        <a:effectLst/>
      </p:bgPr>
    </p:bg>
    <p:spTree>
      <p:nvGrpSpPr>
        <p:cNvPr id="131" name=""/>
        <p:cNvGrpSpPr/>
        <p:nvPr/>
      </p:nvGrpSpPr>
      <p:grpSpPr>
        <a:xfrm>
          <a:off x="0" y="0"/>
          <a:ext cx="0" cy="0"/>
          <a:chOff x="0" y="0"/>
          <a:chExt cx="0" cy="0"/>
        </a:xfrm>
      </p:grpSpPr>
      <p:sp>
        <p:nvSpPr>
          <p:cNvPr id="1048789" name="内容占位符 2"/>
          <p:cNvSpPr>
            <a:spLocks noGrp="1"/>
          </p:cNvSpPr>
          <p:nvPr>
            <p:ph idx="1"/>
          </p:nvPr>
        </p:nvSpPr>
        <p:spPr/>
        <p:txBody>
          <a:bodyPr/>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790" name="标题 1"/>
          <p:cNvSpPr>
            <a:spLocks noGrp="1"/>
          </p:cNvSpPr>
          <p:nvPr>
            <p:ph type="title"/>
          </p:nvPr>
        </p:nvSpPr>
        <p:spPr/>
        <p:txBody>
          <a:bodyPr/>
          <a:p>
            <a:r>
              <a:rPr altLang="en-US" lang="zh-CN"/>
              <a:t>单击此处编辑母版标题样式</a:t>
            </a:r>
            <a:endParaRPr altLang="en-US" lang="zh-CN"/>
          </a:p>
        </p:txBody>
      </p:sp>
      <p:sp>
        <p:nvSpPr>
          <p:cNvPr id="1048791" name="日期占位符 1048593"/>
          <p:cNvSpPr>
            <a:spLocks noGrp="1"/>
          </p:cNvSpPr>
          <p:nvPr>
            <p:ph type="dt" sz="half" idx="2"/>
          </p:nvPr>
        </p:nvSpPr>
        <p:spPr bwMode="auto">
          <a:xfrm>
            <a:off x="457200" y="6356350"/>
            <a:ext cx="2133600" cy="365125"/>
          </a:xfrm>
          <a:prstGeom prst="rect"/>
        </p:spPr>
        <p:txBody>
          <a:bodyPr anchor="ctr" anchorCtr="0" bIns="45720" compatLnSpc="1" lIns="91440" numCol="1" rIns="91440" tIns="45720" vert="horz" wrap="square"/>
          <a:lstStyle>
            <a:lvl1pPr algn="l" eaLnBrk="1" fontAlgn="base" hangingPunct="1" indent="0" latinLnBrk="1" marL="0" rtl="0">
              <a:lnSpc>
                <a:spcPct val="100000"/>
              </a:lnSpc>
              <a:spcBef>
                <a:spcPct val="0"/>
              </a:spcBef>
              <a:spcAft>
                <a:spcPct val="0"/>
              </a:spcAft>
              <a:buFontTx/>
              <a:buNone/>
              <a:defRPr baseline="0" b="0" sz="1200" i="0" u="none">
                <a:solidFill>
                  <a:srgbClr val="898989"/>
                </a:solidFill>
                <a:latin typeface="Calibri" panose="020F0502020204030204" pitchFamily="34" charset="0"/>
                <a:ea typeface="宋体" panose="02010600030101010101" pitchFamily="2" charset="-122"/>
                <a:sym typeface="Arial" panose="020B0604020202020204"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5pPr>
          </a:lstStyle>
          <a:p>
            <a:pPr algn="l" defTabSz="914400" eaLnBrk="1" fontAlgn="base" hangingPunct="1" indent="0" latinLnBrk="1" lvl="0" marL="0" marR="0" rtl="0">
              <a:lnSpc>
                <a:spcPct val="100000"/>
              </a:lnSpc>
              <a:spcBef>
                <a:spcPct val="0"/>
              </a:spcBef>
              <a:spcAft>
                <a:spcPct val="0"/>
              </a:spcAft>
              <a:buClrTx/>
              <a:buSzTx/>
              <a:buFontTx/>
              <a:buNone/>
            </a:pPr>
            <a:fld id="{D0DA017E-738A-4590-A515-821A211726E9}" type="datetime1">
              <a:rPr altLang="en-US" baseline="0" b="0" cap="none" sz="1200" i="0" kern="1200" kumimoji="0" lang="zh-CN" noProof="0" normalizeH="0" spc="0" strike="noStrike" u="none">
                <a:ln>
                  <a:noFill/>
                </a:ln>
                <a:solidFill>
                  <a:srgbClr val="898989"/>
                </a:solidFill>
                <a:effectLst/>
                <a:uLnTx/>
                <a:uFillTx/>
                <a:latin typeface="Calibri" panose="020F0502020204030204" pitchFamily="34" charset="0"/>
                <a:ea typeface="宋体" panose="02010600030101010101" pitchFamily="2" charset="-122"/>
                <a:cs typeface="+mn-cs"/>
                <a:sym typeface="Arial" panose="020B0604020202020204" pitchFamily="34" charset="0"/>
              </a:rPr>
            </a:fld>
            <a:endParaRPr altLang="en-US" baseline="0" b="0" cap="none" sz="1200" i="0" kern="1200" kumimoji="0" lang="zh-CN" noProof="0" normalizeH="0" spc="0" strike="noStrike" u="none">
              <a:ln>
                <a:noFill/>
              </a:ln>
              <a:solidFill>
                <a:srgbClr val="898989"/>
              </a:solidFill>
              <a:effectLst/>
              <a:uLnTx/>
              <a:uFillTx/>
              <a:latin typeface="Calibri" panose="020F0502020204030204" pitchFamily="34" charset="0"/>
              <a:ea typeface="宋体" panose="02010600030101010101" pitchFamily="2" charset="-122"/>
              <a:cs typeface="+mn-cs"/>
              <a:sym typeface="Arial" panose="020B0604020202020204" pitchFamily="34" charset="0"/>
            </a:endParaRPr>
          </a:p>
        </p:txBody>
      </p:sp>
      <p:sp>
        <p:nvSpPr>
          <p:cNvPr id="1048792" name="页脚占位符 1048594"/>
          <p:cNvSpPr>
            <a:spLocks noGrp="1"/>
          </p:cNvSpPr>
          <p:nvPr>
            <p:ph type="ftr" sz="quarter" idx="3"/>
          </p:nvPr>
        </p:nvSpPr>
        <p:spPr>
          <a:xfrm>
            <a:off x="3124200" y="6356350"/>
            <a:ext cx="2895600" cy="365125"/>
          </a:xfrm>
          <a:prstGeom prst="rect"/>
        </p:spPr>
        <p:txBody>
          <a:bodyPr anchor="ctr" bIns="45720" lIns="91440" rIns="91440" tIns="45720"/>
          <a:lstStyle>
            <a:lvl1pPr algn="ctr" eaLnBrk="1" fontAlgn="base" hangingPunct="1" indent="0" latinLnBrk="1" marL="0" rtl="0">
              <a:lnSpc>
                <a:spcPct val="100000"/>
              </a:lnSpc>
              <a:spcBef>
                <a:spcPct val="0"/>
              </a:spcBef>
              <a:spcAft>
                <a:spcPct val="0"/>
              </a:spcAft>
              <a:buFontTx/>
              <a:buNone/>
              <a:defRPr baseline="0" b="0" sz="1200" i="0" u="none">
                <a:solidFill>
                  <a:srgbClr val="898989"/>
                </a:solidFill>
                <a:latin typeface="Calibri" panose="020F0502020204030204" pitchFamily="34" charset="0"/>
                <a:ea typeface="宋体" panose="02010600030101010101" pitchFamily="2" charset="-122"/>
                <a:sym typeface="Arial" panose="020B0604020202020204"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5pPr>
          </a:lstStyle>
          <a:p>
            <a:pPr algn="ctr" defTabSz="914400" eaLnBrk="1" fontAlgn="base" hangingPunct="1" indent="0" latinLnBrk="1" lvl="0" marL="0" marR="0" rtl="0">
              <a:lnSpc>
                <a:spcPct val="100000"/>
              </a:lnSpc>
              <a:spcBef>
                <a:spcPct val="0"/>
              </a:spcBef>
              <a:spcAft>
                <a:spcPct val="0"/>
              </a:spcAft>
              <a:buClrTx/>
              <a:buSzTx/>
              <a:buFontTx/>
              <a:buNone/>
            </a:pPr>
            <a:endParaRPr altLang="en-US" baseline="0" b="0" cap="none" sz="1200" i="0" kern="1200" kumimoji="0" lang="zh-CN" noProof="0" normalizeH="0" spc="0" strike="noStrike" u="none">
              <a:ln>
                <a:noFill/>
              </a:ln>
              <a:solidFill>
                <a:srgbClr val="898989"/>
              </a:solidFill>
              <a:effectLst/>
              <a:uLnTx/>
              <a:uFillTx/>
              <a:latin typeface="Calibri" panose="020F0502020204030204" pitchFamily="34" charset="0"/>
              <a:ea typeface="宋体" panose="02010600030101010101" pitchFamily="2" charset="-122"/>
              <a:cs typeface="+mn-cs"/>
              <a:sym typeface="Arial" panose="020B0604020202020204" pitchFamily="34" charset="0"/>
            </a:endParaRPr>
          </a:p>
        </p:txBody>
      </p:sp>
      <p:sp>
        <p:nvSpPr>
          <p:cNvPr id="1048793" name="灯片编号占位符 1048595"/>
          <p:cNvSpPr>
            <a:spLocks noGrp="1"/>
          </p:cNvSpPr>
          <p:nvPr>
            <p:ph type="sldNum" sz="quarter" idx="4"/>
          </p:nvPr>
        </p:nvSpPr>
        <p:spPr bwMode="auto">
          <a:xfrm>
            <a:off x="6553200" y="6356350"/>
            <a:ext cx="2133600" cy="365125"/>
          </a:xfrm>
          <a:prstGeom prst="rect"/>
        </p:spPr>
        <p:txBody>
          <a:bodyPr anchor="ctr" anchorCtr="0" bIns="45720" compatLnSpc="1" lIns="91440" numCol="1" rIns="91440" tIns="45720" vert="horz" wrap="square"/>
          <a:lstStyle>
            <a:lvl1pPr algn="r" eaLnBrk="1" fontAlgn="base" hangingPunct="1" indent="0" latinLnBrk="1" marL="0" rtl="0">
              <a:lnSpc>
                <a:spcPct val="100000"/>
              </a:lnSpc>
              <a:spcBef>
                <a:spcPct val="0"/>
              </a:spcBef>
              <a:spcAft>
                <a:spcPct val="0"/>
              </a:spcAft>
              <a:buFontTx/>
              <a:buNone/>
              <a:defRPr baseline="0" b="0" sz="1200" i="0" u="none">
                <a:solidFill>
                  <a:srgbClr val="898989"/>
                </a:solidFill>
                <a:latin typeface="Calibri" panose="020F0502020204030204" pitchFamily="34" charset="0"/>
                <a:ea typeface="宋体" panose="02010600030101010101" pitchFamily="2" charset="-122"/>
                <a:sym typeface="Arial" panose="020B0604020202020204" pitchFamily="34" charset="0"/>
              </a:defRPr>
            </a:lvl1pPr>
            <a:lvl2pPr algn="l" eaLnBrk="1" fontAlgn="base" hangingPunct="1" indent="0" latinLnBrk="1" marL="4572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2pPr>
            <a:lvl3pPr algn="l" eaLnBrk="1" fontAlgn="base" hangingPunct="1" indent="0" latinLnBrk="1" marL="9144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3pPr>
            <a:lvl4pPr algn="l" eaLnBrk="1" fontAlgn="base" hangingPunct="1" indent="0" latinLnBrk="1" marL="13716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4pPr>
            <a:lvl5pPr algn="l" eaLnBrk="1" fontAlgn="base" hangingPunct="1" indent="0" latinLnBrk="1" marL="1828800" rtl="0">
              <a:lnSpc>
                <a:spcPct val="100000"/>
              </a:lnSpc>
              <a:spcBef>
                <a:spcPct val="0"/>
              </a:spcBef>
              <a:spcAft>
                <a:spcPct val="0"/>
              </a:spcAft>
              <a:buFontTx/>
              <a:buNone/>
              <a:defRPr baseline="0" b="0" sz="1800" i="0" u="none">
                <a:solidFill>
                  <a:schemeClr val="dk1"/>
                </a:solidFill>
                <a:latin typeface="Calibri" panose="020F0502020204030204" pitchFamily="34" charset="0"/>
                <a:ea typeface="宋体" panose="02010600030101010101" pitchFamily="2" charset="-122"/>
                <a:sym typeface="Arial" panose="020B0604020202020204" pitchFamily="34" charset="0"/>
              </a:defRPr>
            </a:lvl5pPr>
          </a:lstStyle>
          <a:p>
            <a:pPr algn="r" defTabSz="914400" eaLnBrk="1" fontAlgn="base" hangingPunct="1" indent="0" latinLnBrk="1" lvl="0" marL="0" marR="0" rtl="0">
              <a:lnSpc>
                <a:spcPct val="100000"/>
              </a:lnSpc>
              <a:spcBef>
                <a:spcPct val="0"/>
              </a:spcBef>
              <a:spcAft>
                <a:spcPct val="0"/>
              </a:spcAft>
              <a:buClrTx/>
              <a:buSzTx/>
              <a:buFontTx/>
              <a:buNone/>
            </a:pPr>
            <a:fld id="{A414AC41-7C0E-4863-B755-B8FC9EF29037}" type="slidenum">
              <a:rPr altLang="en-US" baseline="0" b="0" cap="none" sz="1200" i="0" kern="1200" kumimoji="0" lang="zh-CN" noProof="0" normalizeH="0" spc="0" strike="noStrike" u="none">
                <a:ln>
                  <a:noFill/>
                </a:ln>
                <a:solidFill>
                  <a:srgbClr val="898989"/>
                </a:solidFill>
                <a:effectLst/>
                <a:uLnTx/>
                <a:uFillTx/>
                <a:latin typeface="Calibri" panose="020F0502020204030204" pitchFamily="34" charset="0"/>
                <a:ea typeface="宋体" panose="02010600030101010101" pitchFamily="2" charset="-122"/>
                <a:cs typeface="+mn-cs"/>
                <a:sym typeface="Arial" panose="020B0604020202020204" pitchFamily="34" charset="0"/>
              </a:rPr>
            </a:fld>
            <a:endParaRPr altLang="en-US" baseline="0" b="0" cap="none" sz="1200" i="0" kern="1200" kumimoji="0" lang="zh-CN" noProof="0" normalizeH="0" spc="0" strike="noStrike" u="none">
              <a:ln>
                <a:noFill/>
              </a:ln>
              <a:solidFill>
                <a:srgbClr val="898989"/>
              </a:solidFill>
              <a:effectLst/>
              <a:uLnTx/>
              <a:uFillTx/>
              <a:latin typeface="Calibri" panose="020F0502020204030204" pitchFamily="34" charset="0"/>
              <a:ea typeface="宋体" panose="02010600030101010101" pitchFamily="2" charset="-122"/>
              <a:cs typeface="+mn-cs"/>
              <a:sym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3" name=""/>
        <p:cNvGrpSpPr/>
        <p:nvPr/>
      </p:nvGrpSpPr>
      <p:grpSpPr>
        <a:xfrm/>
      </p:grpSpPr>
      <p:sp>
        <p:nvSpPr>
          <p:cNvPr id="1048576" name="Rectangle 3"/>
          <p:cNvSpPr>
            <a:spLocks noGrp="1" noChangeArrowheads="1"/>
          </p:cNvSpPr>
          <p:nvPr>
            <p:ph type="sldNum" sz="quarter" idx="4"/>
          </p:nvPr>
        </p:nvSpPr>
        <p:spPr bwMode="auto">
          <a:xfrm>
            <a:off x="6553200" y="6248400"/>
            <a:ext cx="2133600" cy="457200"/>
          </a:xfrm>
          <a:prstGeom prst="rect"/>
          <a:noFill/>
          <a:ln>
            <a:noFill/>
          </a:ln>
          <a:effectLst/>
        </p:spPr>
        <p:txBody>
          <a:bodyPr anchor="b" anchorCtr="0" bIns="45720" compatLnSpc="1" lIns="91440" numCol="1" rIns="91440" tIns="45720" vert="horz" wrap="square"/>
          <a:lstStyle>
            <a:lvl1pPr algn="r" eaLnBrk="1" hangingPunct="1">
              <a:defRPr sz="1200">
                <a:latin typeface="Arial Black" panose="020B0A04020102020204" pitchFamily="34" charset="0"/>
              </a:defRPr>
            </a:lvl1pPr>
          </a:lstStyle>
          <a:p>
            <a:pPr algn="r" defTabSz="914400" eaLnBrk="1" fontAlgn="base" hangingPunct="1" indent="0" latinLnBrk="0" lvl="0" marL="0" marR="0" rtl="0">
              <a:lnSpc>
                <a:spcPct val="100000"/>
              </a:lnSpc>
              <a:spcBef>
                <a:spcPct val="0"/>
              </a:spcBef>
              <a:spcAft>
                <a:spcPct val="0"/>
              </a:spcAft>
              <a:buClrTx/>
              <a:buSzTx/>
              <a:buFontTx/>
              <a:buNone/>
            </a:pPr>
            <a:fld id="{4A3E2479-6306-4211-86F2-8E98D15000ED}" type="slidenum">
              <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Black" panose="020B0A04020102020204" pitchFamily="34" charset="0"/>
              <a:ea typeface="宋体" panose="02010600030101010101" pitchFamily="2" charset="-122"/>
              <a:cs typeface="+mn-cs"/>
            </a:endParaRPr>
          </a:p>
        </p:txBody>
      </p:sp>
      <p:grpSp>
        <p:nvGrpSpPr>
          <p:cNvPr id="14" name="Group 4"/>
          <p:cNvGrpSpPr/>
          <p:nvPr/>
        </p:nvGrpSpPr>
        <p:grpSpPr>
          <a:xfrm>
            <a:off x="0" y="0"/>
            <a:ext cx="9144000" cy="546100"/>
            <a:chOff x="0" y="0"/>
            <a:chExt cx="5760" cy="344"/>
          </a:xfrm>
        </p:grpSpPr>
        <p:sp>
          <p:nvSpPr>
            <p:cNvPr id="1048577" name="Rectangle 5"/>
            <p:cNvSpPr>
              <a:spLocks noChangeArrowheads="1"/>
            </p:cNvSpPr>
            <p:nvPr/>
          </p:nvSpPr>
          <p:spPr bwMode="auto">
            <a:xfrm>
              <a:off x="0" y="0"/>
              <a:ext cx="180" cy="336"/>
            </a:xfrm>
            <a:prstGeom prst="rect"/>
            <a:gradFill rotWithShape="0">
              <a:gsLst>
                <a:gs pos="0">
                  <a:schemeClr val="folHlink"/>
                </a:gs>
                <a:gs pos="100000">
                  <a:schemeClr val="bg1"/>
                </a:gs>
              </a:gsLst>
              <a:lin ang="0" scaled="1"/>
            </a:gradFill>
            <a:ln>
              <a:noFill/>
            </a:ln>
          </p:spPr>
          <p:txBody>
            <a:bodyPr anchor="ctr" wrap="none"/>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78" name="Rectangle 6"/>
            <p:cNvSpPr>
              <a:spLocks noChangeArrowheads="1"/>
            </p:cNvSpPr>
            <p:nvPr/>
          </p:nvSpPr>
          <p:spPr bwMode="auto">
            <a:xfrm>
              <a:off x="260" y="85"/>
              <a:ext cx="5500" cy="173"/>
            </a:xfrm>
            <a:prstGeom prst="rect"/>
            <a:gradFill rotWithShape="0">
              <a:gsLst>
                <a:gs pos="0">
                  <a:schemeClr val="bg2"/>
                </a:gs>
                <a:gs pos="100000">
                  <a:schemeClr val="bg1"/>
                </a:gs>
              </a:gsLst>
              <a:lin ang="0" scaled="1"/>
            </a:gra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79" name="Rectangle 7"/>
            <p:cNvSpPr>
              <a:spLocks noChangeArrowheads="1"/>
            </p:cNvSpPr>
            <p:nvPr/>
          </p:nvSpPr>
          <p:spPr bwMode="auto">
            <a:xfrm>
              <a:off x="258" y="85"/>
              <a:ext cx="87" cy="89"/>
            </a:xfrm>
            <a:prstGeom prst="rect"/>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800" i="0" kern="1200" kumimoji="0" lang="zh-CN" noProof="0" normalizeH="0" spc="0" strike="noStrike" u="none">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8580" name="Rectangle 8"/>
            <p:cNvSpPr>
              <a:spLocks noChangeArrowheads="1"/>
            </p:cNvSpPr>
            <p:nvPr/>
          </p:nvSpPr>
          <p:spPr bwMode="auto">
            <a:xfrm>
              <a:off x="345" y="0"/>
              <a:ext cx="88" cy="87"/>
            </a:xfrm>
            <a:prstGeom prst="rect"/>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800" i="0" kern="1200" kumimoji="0" lang="zh-CN" noProof="0" normalizeH="0" spc="0" strike="noStrike" u="none">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8581" name="Rectangle 9"/>
            <p:cNvSpPr>
              <a:spLocks noChangeArrowheads="1"/>
            </p:cNvSpPr>
            <p:nvPr/>
          </p:nvSpPr>
          <p:spPr bwMode="auto">
            <a:xfrm>
              <a:off x="345" y="85"/>
              <a:ext cx="88" cy="89"/>
            </a:xfrm>
            <a:prstGeom prst="rect"/>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800" i="0" kern="1200" kumimoji="0" lang="zh-CN" noProof="0" normalizeH="0" spc="0" strike="noStrike" u="none">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8582" name="Rectangle 10"/>
            <p:cNvSpPr>
              <a:spLocks noChangeArrowheads="1"/>
            </p:cNvSpPr>
            <p:nvPr/>
          </p:nvSpPr>
          <p:spPr bwMode="auto">
            <a:xfrm>
              <a:off x="173" y="173"/>
              <a:ext cx="86" cy="87"/>
            </a:xfrm>
            <a:prstGeom prst="rect"/>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800" i="0" kern="1200" kumimoji="0" lang="zh-CN" noProof="0" normalizeH="0" spc="0" strike="noStrike" u="none">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8583" name="Rectangle 11"/>
            <p:cNvSpPr>
              <a:spLocks noChangeArrowheads="1"/>
            </p:cNvSpPr>
            <p:nvPr/>
          </p:nvSpPr>
          <p:spPr bwMode="auto">
            <a:xfrm>
              <a:off x="83" y="86"/>
              <a:ext cx="89" cy="87"/>
            </a:xfrm>
            <a:prstGeom prst="rect"/>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2400" i="0" kern="1200" kumimoji="0" lang="zh-CN" noProof="0" normalizeH="0" spc="0" strike="noStrike" u="none">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584" name="Rectangle 12"/>
            <p:cNvSpPr>
              <a:spLocks noChangeArrowheads="1"/>
            </p:cNvSpPr>
            <p:nvPr/>
          </p:nvSpPr>
          <p:spPr bwMode="auto">
            <a:xfrm>
              <a:off x="258" y="171"/>
              <a:ext cx="87" cy="87"/>
            </a:xfrm>
            <a:prstGeom prst="rect"/>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800" i="0" kern="1200" kumimoji="0" lang="zh-CN" noProof="0" normalizeH="0" spc="0" strike="noStrike" u="none">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8585" name="Rectangle 13"/>
            <p:cNvSpPr>
              <a:spLocks noChangeArrowheads="1"/>
            </p:cNvSpPr>
            <p:nvPr/>
          </p:nvSpPr>
          <p:spPr bwMode="auto">
            <a:xfrm>
              <a:off x="173" y="258"/>
              <a:ext cx="86" cy="86"/>
            </a:xfrm>
            <a:prstGeom prst="rect"/>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914400" eaLnBrk="1" fontAlgn="base" hangingPunct="1" indent="0" latinLnBrk="0" lvl="0" marL="0" marR="0" rtl="0">
                <a:lnSpc>
                  <a:spcPct val="100000"/>
                </a:lnSpc>
                <a:spcBef>
                  <a:spcPct val="0"/>
                </a:spcBef>
                <a:spcAft>
                  <a:spcPct val="0"/>
                </a:spcAft>
                <a:buClrTx/>
                <a:buSzTx/>
                <a:buFontTx/>
                <a:buNone/>
              </a:pPr>
              <a:endParaRPr altLang="zh-CN" baseline="0" b="0" cap="none" sz="1800" i="0" kern="1200" kumimoji="0" lang="zh-CN" noProof="0" normalizeH="0" spc="0" strike="noStrike" u="none">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48586" name="Rectangle 14"/>
          <p:cNvSpPr>
            <a:spLocks noGrp="1"/>
          </p:cNvSpPr>
          <p:nvPr>
            <p:ph type="title"/>
          </p:nvPr>
        </p:nvSpPr>
        <p:spPr>
          <a:xfrm>
            <a:off x="457200" y="457200"/>
            <a:ext cx="8229600" cy="1371600"/>
          </a:xfrm>
          <a:prstGeom prst="rect"/>
          <a:noFill/>
          <a:ln w="9525">
            <a:noFill/>
          </a:ln>
        </p:spPr>
        <p:txBody>
          <a:bodyPr anchor="ctr"/>
          <a:p>
            <a:pPr lvl="0"/>
            <a:r>
              <a:rPr altLang="en-US" dirty="0" lang="zh-CN"/>
              <a:t>单击此处编辑母版标题样式</a:t>
            </a:r>
            <a:endParaRPr altLang="en-US" dirty="0" lang="zh-CN"/>
          </a:p>
        </p:txBody>
      </p:sp>
      <p:sp>
        <p:nvSpPr>
          <p:cNvPr id="1048587" name="Rectangle 15"/>
          <p:cNvSpPr>
            <a:spLocks noGrp="1"/>
          </p:cNvSpPr>
          <p:nvPr>
            <p:ph type="body" idx="1"/>
          </p:nvPr>
        </p:nvSpPr>
        <p:spPr>
          <a:xfrm>
            <a:off x="457200" y="1981200"/>
            <a:ext cx="8229600" cy="3886200"/>
          </a:xfrm>
          <a:prstGeom prst="rect"/>
          <a:noFill/>
          <a:ln w="9525">
            <a:noFill/>
          </a:ln>
        </p:spPr>
        <p:txBody>
          <a:bodyPr/>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588" name="Rectangle 16"/>
          <p:cNvSpPr>
            <a:spLocks noGrp="1" noChangeArrowheads="1"/>
          </p:cNvSpPr>
          <p:nvPr>
            <p:ph type="dt" sz="half" idx="2"/>
          </p:nvPr>
        </p:nvSpPr>
        <p:spPr bwMode="auto">
          <a:xfrm>
            <a:off x="457200" y="6245225"/>
            <a:ext cx="2133600" cy="476250"/>
          </a:xfrm>
          <a:prstGeom prst="rect"/>
          <a:noFill/>
          <a:ln>
            <a:noFill/>
          </a:ln>
          <a:effectLst/>
        </p:spPr>
        <p:txBody>
          <a:bodyPr anchor="b" anchorCtr="0" bIns="45720" compatLnSpc="1" lIns="91440" numCol="1" rIns="91440" tIns="45720" vert="horz" wrap="square"/>
          <a:lstStyle>
            <a:lvl1pPr eaLnBrk="1" hangingPunct="1">
              <a:defRPr sz="1200">
                <a:latin typeface="Arial" panose="020B0604020202020204" pitchFamily="34" charset="0"/>
              </a:defRPr>
            </a:lvl1pPr>
          </a:lstStyle>
          <a:p>
            <a:pPr algn="l" defTabSz="914400" eaLnBrk="1" fontAlgn="base" hangingPunct="1" indent="0" latinLnBrk="0" lvl="0" marL="0" marR="0" rtl="0">
              <a:lnSpc>
                <a:spcPct val="100000"/>
              </a:lnSpc>
              <a:spcBef>
                <a:spcPct val="0"/>
              </a:spcBef>
              <a:spcAft>
                <a:spcPct val="0"/>
              </a:spcAft>
              <a:buClrTx/>
              <a:buSzTx/>
              <a:buFontTx/>
              <a:buNone/>
            </a:pPr>
            <a:fld id="{4E9018DF-14B6-43DB-AD89-1CF00534B38E}" type="datetime1">
              <a:rPr altLang="en-US" baseline="0" b="0" cap="none" sz="1200" i="0" kern="1200" kumimoji="0" lang="zh-CN"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rPr>
            </a:fld>
            <a:endParaRPr altLang="zh-CN" baseline="0" b="0" cap="none" sz="1200" i="0" kern="1200" kumimoji="0" lang="en-US" noProof="0" normalizeH="0" spc="0" strike="noStrike" u="none">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dt="1" ftr="0" hdr="0" sldNum="0"/>
  <p:txStyles>
    <p:titleStyle>
      <a:lvl1pPr algn="l" eaLnBrk="0" fontAlgn="base" hangingPunct="0" rtl="0">
        <a:spcBef>
          <a:spcPct val="0"/>
        </a:spcBef>
        <a:spcAft>
          <a:spcPct val="0"/>
        </a:spcAft>
        <a:defRPr sz="4400">
          <a:solidFill>
            <a:schemeClr val="tx1"/>
          </a:solidFill>
          <a:latin typeface="+mj-lt"/>
          <a:ea typeface="+mj-ea"/>
          <a:cs typeface="+mj-cs"/>
        </a:defRPr>
      </a:lvl1pPr>
      <a:lvl2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algn="l" fontAlgn="base" marL="457200" rtl="0">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algn="l" fontAlgn="base" marL="914400" rtl="0">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algn="l" fontAlgn="base" marL="1371600" rtl="0">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algn="l" fontAlgn="base" marL="1828800" rtl="0">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algn="l" fontAlgn="base" indent="-228600" marL="25146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algn="l" fontAlgn="base" indent="-228600" marL="29718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algn="l" fontAlgn="base" indent="-228600" marL="34290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algn="l" fontAlgn="base" indent="-228600" marL="38862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diagramLayout" Target="../diagrams/layout1.xml"/><Relationship Id="rId2" Type="http://schemas.openxmlformats.org/officeDocument/2006/relationships/diagramData" Target="../diagrams/data1.xml"/><Relationship Id="rId3" Type="http://schemas.microsoft.com/office/2007/relationships/diagramDrawing" Target="../diagrams/drawing1.xml"/><Relationship Id="rId4" Type="http://schemas.openxmlformats.org/officeDocument/2006/relationships/diagramColors" Target="../diagrams/colors1.xml"/><Relationship Id="rId5" Type="http://schemas.openxmlformats.org/officeDocument/2006/relationships/diagramQuickStyle" Target="../diagrams/quickStyle1.xml"/><Relationship Id="rId6"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customXml" Target="../ink/ink2.xml"/><Relationship Id="rId2" Type="http://schemas.openxmlformats.org/officeDocument/2006/relationships/customXml" Target="../ink/ink3.xml"/><Relationship Id="rId3" Type="http://schemas.openxmlformats.org/officeDocument/2006/relationships/customXml" Target="../ink/ink4.xml"/><Relationship Id="rId4" Type="http://schemas.openxmlformats.org/officeDocument/2006/relationships/customXml" Target="../ink/ink5.xml"/><Relationship Id="rId5" Type="http://schemas.openxmlformats.org/officeDocument/2006/relationships/customXml" Target="../ink/ink6.xml"/><Relationship Id="rId6" Type="http://schemas.openxmlformats.org/officeDocument/2006/relationships/customXml" Target="../ink/ink7.xml"/><Relationship Id="rId7" Type="http://schemas.openxmlformats.org/officeDocument/2006/relationships/customXml" Target="../ink/ink8.xml"/><Relationship Id="rId8" Type="http://schemas.openxmlformats.org/officeDocument/2006/relationships/customXml" Target="../ink/ink9.xml"/><Relationship Id="rId9" Type="http://schemas.openxmlformats.org/officeDocument/2006/relationships/customXml" Target="../ink/ink10.xml"/><Relationship Id="rId10" Type="http://schemas.openxmlformats.org/officeDocument/2006/relationships/customXml" Target="../ink/ink11.xml"/><Relationship Id="rId11" Type="http://schemas.openxmlformats.org/officeDocument/2006/relationships/customXml" Target="../ink/ink12.xml"/><Relationship Id="rId12" Type="http://schemas.openxmlformats.org/officeDocument/2006/relationships/customXml" Target="../ink/ink13.xml"/><Relationship Id="rId13" Type="http://schemas.openxmlformats.org/officeDocument/2006/relationships/customXml" Target="../ink/ink14.xml"/><Relationship Id="rId14" Type="http://schemas.openxmlformats.org/officeDocument/2006/relationships/customXml" Target="../ink/ink15.xml"/><Relationship Id="rId15" Type="http://schemas.openxmlformats.org/officeDocument/2006/relationships/customXml" Target="../ink/ink16.xml"/><Relationship Id="rId16" Type="http://schemas.openxmlformats.org/officeDocument/2006/relationships/customXml" Target="../ink/ink17.xml"/><Relationship Id="rId17" Type="http://schemas.openxmlformats.org/officeDocument/2006/relationships/customXml" Target="../ink/ink18.xml"/><Relationship Id="rId18" Type="http://schemas.openxmlformats.org/officeDocument/2006/relationships/customXml" Target="../ink/ink19.xml"/><Relationship Id="rId19" Type="http://schemas.openxmlformats.org/officeDocument/2006/relationships/customXml" Target="../ink/ink20.xml"/><Relationship Id="rId20" Type="http://schemas.openxmlformats.org/officeDocument/2006/relationships/customXml" Target="../ink/ink21.xml"/><Relationship Id="rId21" Type="http://schemas.openxmlformats.org/officeDocument/2006/relationships/customXml" Target="../ink/ink22.xml"/><Relationship Id="rId22" Type="http://schemas.openxmlformats.org/officeDocument/2006/relationships/customXml" Target="../ink/ink23.xml"/><Relationship Id="rId23" Type="http://schemas.openxmlformats.org/officeDocument/2006/relationships/customXml" Target="../ink/ink24.xml"/><Relationship Id="rId24" Type="http://schemas.openxmlformats.org/officeDocument/2006/relationships/customXml" Target="../ink/ink25.xml"/><Relationship Id="rId25" Type="http://schemas.openxmlformats.org/officeDocument/2006/relationships/customXml" Target="../ink/ink26.xml"/><Relationship Id="rId26" Type="http://schemas.openxmlformats.org/officeDocument/2006/relationships/customXml" Target="../ink/ink27.xml"/><Relationship Id="rId27" Type="http://schemas.openxmlformats.org/officeDocument/2006/relationships/customXml" Target="../ink/ink28.xml"/><Relationship Id="rId28" Type="http://schemas.openxmlformats.org/officeDocument/2006/relationships/customXml" Target="../ink/ink29.xml"/><Relationship Id="rId29"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customXml" Target="../ink/ink75.xml"/><Relationship Id="rId3" Type="http://schemas.openxmlformats.org/officeDocument/2006/relationships/customXml" Target="../ink/ink76.xml"/><Relationship Id="rId4" Type="http://schemas.openxmlformats.org/officeDocument/2006/relationships/customXml" Target="../ink/ink77.xml"/><Relationship Id="rId5" Type="http://schemas.openxmlformats.org/officeDocument/2006/relationships/customXml" Target="../ink/ink78.xml"/><Relationship Id="rId6" Type="http://schemas.openxmlformats.org/officeDocument/2006/relationships/customXml" Target="../ink/ink79.xml"/><Relationship Id="rId7" Type="http://schemas.openxmlformats.org/officeDocument/2006/relationships/customXml" Target="../ink/ink80.xml"/><Relationship Id="rId8" Type="http://schemas.openxmlformats.org/officeDocument/2006/relationships/customXml" Target="../ink/ink81.xml"/><Relationship Id="rId9" Type="http://schemas.openxmlformats.org/officeDocument/2006/relationships/customXml" Target="../ink/ink82.xml"/><Relationship Id="rId10" Type="http://schemas.openxmlformats.org/officeDocument/2006/relationships/customXml" Target="../ink/ink83.xml"/><Relationship Id="rId11" Type="http://schemas.openxmlformats.org/officeDocument/2006/relationships/customXml" Target="../ink/ink84.xml"/><Relationship Id="rId12" Type="http://schemas.openxmlformats.org/officeDocument/2006/relationships/customXml" Target="../ink/ink85.xml"/><Relationship Id="rId13" Type="http://schemas.openxmlformats.org/officeDocument/2006/relationships/customXml" Target="../ink/ink86.xml"/><Relationship Id="rId14" Type="http://schemas.openxmlformats.org/officeDocument/2006/relationships/customXml" Target="../ink/ink87.xml"/><Relationship Id="rId15" Type="http://schemas.openxmlformats.org/officeDocument/2006/relationships/customXml" Target="../ink/ink88.xml"/><Relationship Id="rId16" Type="http://schemas.openxmlformats.org/officeDocument/2006/relationships/customXml" Target="../ink/ink89.xml"/><Relationship Id="rId17" Type="http://schemas.openxmlformats.org/officeDocument/2006/relationships/customXml" Target="../ink/ink90.xml"/><Relationship Id="rId18" Type="http://schemas.openxmlformats.org/officeDocument/2006/relationships/customXml" Target="../ink/ink91.xml"/><Relationship Id="rId19" Type="http://schemas.openxmlformats.org/officeDocument/2006/relationships/customXml" Target="../ink/ink92.xml"/><Relationship Id="rId20" Type="http://schemas.openxmlformats.org/officeDocument/2006/relationships/customXml" Target="../ink/ink93.xml"/><Relationship Id="rId21" Type="http://schemas.openxmlformats.org/officeDocument/2006/relationships/customXml" Target="../ink/ink94.xml"/><Relationship Id="rId22" Type="http://schemas.openxmlformats.org/officeDocument/2006/relationships/customXml" Target="../ink/ink95.xml"/><Relationship Id="rId23" Type="http://schemas.openxmlformats.org/officeDocument/2006/relationships/customXml" Target="../ink/ink96.xml"/><Relationship Id="rId24" Type="http://schemas.openxmlformats.org/officeDocument/2006/relationships/customXml" Target="../ink/ink97.xml"/><Relationship Id="rId25" Type="http://schemas.openxmlformats.org/officeDocument/2006/relationships/customXml" Target="../ink/ink98.xml"/><Relationship Id="rId26" Type="http://schemas.openxmlformats.org/officeDocument/2006/relationships/customXml" Target="../ink/ink99.xml"/><Relationship Id="rId27" Type="http://schemas.openxmlformats.org/officeDocument/2006/relationships/customXml" Target="../ink/ink100.xml"/><Relationship Id="rId28" Type="http://schemas.openxmlformats.org/officeDocument/2006/relationships/customXml" Target="../ink/ink101.xml"/><Relationship Id="rId29" Type="http://schemas.openxmlformats.org/officeDocument/2006/relationships/customXml" Target="../ink/ink102.xml"/><Relationship Id="rId30" Type="http://schemas.openxmlformats.org/officeDocument/2006/relationships/customXml" Target="../ink/ink103.xml"/><Relationship Id="rId31" Type="http://schemas.openxmlformats.org/officeDocument/2006/relationships/customXml" Target="../ink/ink104.xml"/><Relationship Id="rId32" Type="http://schemas.openxmlformats.org/officeDocument/2006/relationships/customXml" Target="../ink/ink105.xml"/><Relationship Id="rId33" Type="http://schemas.openxmlformats.org/officeDocument/2006/relationships/customXml" Target="../ink/ink106.xml"/><Relationship Id="rId34" Type="http://schemas.openxmlformats.org/officeDocument/2006/relationships/customXml" Target="../ink/ink107.xml"/><Relationship Id="rId35" Type="http://schemas.openxmlformats.org/officeDocument/2006/relationships/customXml" Target="../ink/ink108.xml"/><Relationship Id="rId36" Type="http://schemas.openxmlformats.org/officeDocument/2006/relationships/customXml" Target="../ink/ink109.xml"/><Relationship Id="rId37"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customXml" Target="../ink/ink110.xml"/><Relationship Id="rId2" Type="http://schemas.openxmlformats.org/officeDocument/2006/relationships/customXml" Target="../ink/ink111.xml"/><Relationship Id="rId3" Type="http://schemas.openxmlformats.org/officeDocument/2006/relationships/customXml" Target="../ink/ink112.xml"/><Relationship Id="rId4" Type="http://schemas.openxmlformats.org/officeDocument/2006/relationships/customXml" Target="../ink/ink113.xml"/><Relationship Id="rId5" Type="http://schemas.openxmlformats.org/officeDocument/2006/relationships/customXml" Target="../ink/ink114.xml"/><Relationship Id="rId6" Type="http://schemas.openxmlformats.org/officeDocument/2006/relationships/customXml" Target="../ink/ink115.xml"/><Relationship Id="rId7" Type="http://schemas.openxmlformats.org/officeDocument/2006/relationships/customXml" Target="../ink/ink116.xml"/><Relationship Id="rId8" Type="http://schemas.openxmlformats.org/officeDocument/2006/relationships/customXml" Target="../ink/ink117.xml"/><Relationship Id="rId9" Type="http://schemas.openxmlformats.org/officeDocument/2006/relationships/customXml" Target="../ink/ink118.xml"/><Relationship Id="rId10" Type="http://schemas.openxmlformats.org/officeDocument/2006/relationships/customXml" Target="../ink/ink119.xml"/><Relationship Id="rId11" Type="http://schemas.openxmlformats.org/officeDocument/2006/relationships/customXml" Target="../ink/ink120.xml"/><Relationship Id="rId12" Type="http://schemas.openxmlformats.org/officeDocument/2006/relationships/customXml" Target="../ink/ink121.xml"/><Relationship Id="rId13" Type="http://schemas.openxmlformats.org/officeDocument/2006/relationships/customXml" Target="../ink/ink122.xml"/><Relationship Id="rId14" Type="http://schemas.openxmlformats.org/officeDocument/2006/relationships/customXml" Target="../ink/ink123.xml"/><Relationship Id="rId15"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customXml" Target="../ink/ink124.xml"/><Relationship Id="rId3" Type="http://schemas.openxmlformats.org/officeDocument/2006/relationships/customXml" Target="../ink/ink125.xml"/><Relationship Id="rId4" Type="http://schemas.openxmlformats.org/officeDocument/2006/relationships/customXml" Target="../ink/ink126.xml"/><Relationship Id="rId5" Type="http://schemas.openxmlformats.org/officeDocument/2006/relationships/customXml" Target="../ink/ink127.xml"/><Relationship Id="rId6"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customXml" Target="../ink/ink128.xml"/><Relationship Id="rId2" Type="http://schemas.openxmlformats.org/officeDocument/2006/relationships/customXml" Target="../ink/ink129.xml"/><Relationship Id="rId3" Type="http://schemas.openxmlformats.org/officeDocument/2006/relationships/customXml" Target="../ink/ink130.xml"/><Relationship Id="rId4" Type="http://schemas.openxmlformats.org/officeDocument/2006/relationships/customXml" Target="../ink/ink131.xml"/><Relationship Id="rId5" Type="http://schemas.openxmlformats.org/officeDocument/2006/relationships/customXml" Target="../ink/ink132.xml"/><Relationship Id="rId6" Type="http://schemas.openxmlformats.org/officeDocument/2006/relationships/customXml" Target="../ink/ink133.xml"/><Relationship Id="rId7" Type="http://schemas.openxmlformats.org/officeDocument/2006/relationships/customXml" Target="../ink/ink134.xml"/><Relationship Id="rId8" Type="http://schemas.openxmlformats.org/officeDocument/2006/relationships/customXml" Target="../ink/ink135.xml"/><Relationship Id="rId9" Type="http://schemas.openxmlformats.org/officeDocument/2006/relationships/customXml" Target="../ink/ink136.xml"/><Relationship Id="rId10" Type="http://schemas.openxmlformats.org/officeDocument/2006/relationships/customXml" Target="../ink/ink137.xml"/><Relationship Id="rId11" Type="http://schemas.openxmlformats.org/officeDocument/2006/relationships/customXml" Target="../ink/ink138.xml"/><Relationship Id="rId12" Type="http://schemas.openxmlformats.org/officeDocument/2006/relationships/customXml" Target="../ink/ink139.xml"/><Relationship Id="rId13"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customXml" Target="../ink/ink140.xml"/><Relationship Id="rId3" Type="http://schemas.openxmlformats.org/officeDocument/2006/relationships/customXml" Target="../ink/ink141.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customXml" Target="../ink/ink142.xml"/><Relationship Id="rId2" Type="http://schemas.openxmlformats.org/officeDocument/2006/relationships/customXml" Target="../ink/ink143.xml"/><Relationship Id="rId3" Type="http://schemas.openxmlformats.org/officeDocument/2006/relationships/customXml" Target="../ink/ink144.xml"/><Relationship Id="rId4" Type="http://schemas.openxmlformats.org/officeDocument/2006/relationships/customXml" Target="../ink/ink145.xml"/><Relationship Id="rId5" Type="http://schemas.openxmlformats.org/officeDocument/2006/relationships/customXml" Target="../ink/ink146.xml"/><Relationship Id="rId6" Type="http://schemas.openxmlformats.org/officeDocument/2006/relationships/customXml" Target="../ink/ink147.xml"/><Relationship Id="rId7" Type="http://schemas.openxmlformats.org/officeDocument/2006/relationships/customXml" Target="../ink/ink148.xml"/><Relationship Id="rId8" Type="http://schemas.openxmlformats.org/officeDocument/2006/relationships/customXml" Target="../ink/ink149.xml"/><Relationship Id="rId9" Type="http://schemas.openxmlformats.org/officeDocument/2006/relationships/customXml" Target="../ink/ink150.xml"/><Relationship Id="rId10" Type="http://schemas.openxmlformats.org/officeDocument/2006/relationships/customXml" Target="../ink/ink151.xml"/><Relationship Id="rId11" Type="http://schemas.openxmlformats.org/officeDocument/2006/relationships/customXml" Target="../ink/ink152.xml"/><Relationship Id="rId12" Type="http://schemas.openxmlformats.org/officeDocument/2006/relationships/customXml" Target="../ink/ink153.xml"/><Relationship Id="rId13" Type="http://schemas.openxmlformats.org/officeDocument/2006/relationships/customXml" Target="../ink/ink154.xml"/><Relationship Id="rId14" Type="http://schemas.openxmlformats.org/officeDocument/2006/relationships/customXml" Target="../ink/ink155.xml"/><Relationship Id="rId15" Type="http://schemas.openxmlformats.org/officeDocument/2006/relationships/customXml" Target="../ink/ink156.xml"/><Relationship Id="rId16" Type="http://schemas.openxmlformats.org/officeDocument/2006/relationships/customXml" Target="../ink/ink157.xml"/><Relationship Id="rId17"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customXml" Target="../ink/ink158.xml"/><Relationship Id="rId2" Type="http://schemas.openxmlformats.org/officeDocument/2006/relationships/customXml" Target="../ink/ink159.xml"/><Relationship Id="rId3" Type="http://schemas.openxmlformats.org/officeDocument/2006/relationships/customXml" Target="../ink/ink160.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customXml" Target="../ink/ink161.xml"/><Relationship Id="rId2" Type="http://schemas.openxmlformats.org/officeDocument/2006/relationships/customXml" Target="../ink/ink162.xml"/><Relationship Id="rId3" Type="http://schemas.openxmlformats.org/officeDocument/2006/relationships/customXml" Target="../ink/ink163.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hyperlink" Target="&#30456;&#20851;&#36164;&#26009;/&#24120;&#29992;&#26080;&#25439;&#26816;&#27979;&#26041;&#27861;&#30340;&#29305;&#28857;&#21450;&#24212;&#29992;&#36873;&#25321;.pdf" TargetMode="External"/><Relationship Id="rId2"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hyperlink" Target="http://www.ndtinfo.net/" TargetMode="External"/><Relationship Id="rId2" Type="http://schemas.openxmlformats.org/officeDocument/2006/relationships/hyperlink" Target="http://www.chsndt.com/" TargetMode="External"/><Relationship Id="rId3" Type="http://schemas.openxmlformats.org/officeDocument/2006/relationships/hyperlink" Target="http://www.chinandt.org.cn/" TargetMode="External"/><Relationship Id="rId4" Type="http://schemas.openxmlformats.org/officeDocument/2006/relationships/hyperlink" Target="http://www.hnlrx.net/" TargetMode="External"/><Relationship Id="rId5"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customXml" Target="../ink/ink30.xml"/><Relationship Id="rId2" Type="http://schemas.openxmlformats.org/officeDocument/2006/relationships/customXml" Target="../ink/ink31.xml"/><Relationship Id="rId3" Type="http://schemas.openxmlformats.org/officeDocument/2006/relationships/customXml" Target="../ink/ink32.xml"/><Relationship Id="rId4" Type="http://schemas.openxmlformats.org/officeDocument/2006/relationships/customXml" Target="../ink/ink33.xml"/><Relationship Id="rId5" Type="http://schemas.openxmlformats.org/officeDocument/2006/relationships/customXml" Target="../ink/ink34.xml"/><Relationship Id="rId6" Type="http://schemas.openxmlformats.org/officeDocument/2006/relationships/customXml" Target="../ink/ink35.xml"/><Relationship Id="rId7" Type="http://schemas.openxmlformats.org/officeDocument/2006/relationships/customXml" Target="../ink/ink36.xml"/><Relationship Id="rId8" Type="http://schemas.openxmlformats.org/officeDocument/2006/relationships/customXml" Target="../ink/ink37.xml"/><Relationship Id="rId9" Type="http://schemas.openxmlformats.org/officeDocument/2006/relationships/customXml" Target="../ink/ink38.xml"/><Relationship Id="rId10" Type="http://schemas.openxmlformats.org/officeDocument/2006/relationships/customXml" Target="../ink/ink39.xml"/><Relationship Id="rId11" Type="http://schemas.openxmlformats.org/officeDocument/2006/relationships/customXml" Target="../ink/ink40.xml"/><Relationship Id="rId12" Type="http://schemas.openxmlformats.org/officeDocument/2006/relationships/customXml" Target="../ink/ink41.xml"/><Relationship Id="rId13" Type="http://schemas.openxmlformats.org/officeDocument/2006/relationships/customXml" Target="../ink/ink42.xml"/><Relationship Id="rId14" Type="http://schemas.openxmlformats.org/officeDocument/2006/relationships/customXml" Target="../ink/ink43.xml"/><Relationship Id="rId15" Type="http://schemas.openxmlformats.org/officeDocument/2006/relationships/customXml" Target="../ink/ink44.xml"/><Relationship Id="rId16" Type="http://schemas.openxmlformats.org/officeDocument/2006/relationships/customXml" Target="../ink/ink45.xml"/><Relationship Id="rId17" Type="http://schemas.openxmlformats.org/officeDocument/2006/relationships/customXml" Target="../ink/ink46.xml"/><Relationship Id="rId18" Type="http://schemas.openxmlformats.org/officeDocument/2006/relationships/customXml" Target="../ink/ink47.xml"/><Relationship Id="rId19" Type="http://schemas.openxmlformats.org/officeDocument/2006/relationships/customXml" Target="../ink/ink48.xml"/><Relationship Id="rId20" Type="http://schemas.openxmlformats.org/officeDocument/2006/relationships/customXml" Target="../ink/ink49.xml"/><Relationship Id="rId21" Type="http://schemas.openxmlformats.org/officeDocument/2006/relationships/customXml" Target="../ink/ink50.xml"/><Relationship Id="rId22" Type="http://schemas.openxmlformats.org/officeDocument/2006/relationships/customXml" Target="../ink/ink51.xml"/><Relationship Id="rId23" Type="http://schemas.openxmlformats.org/officeDocument/2006/relationships/customXml" Target="../ink/ink52.xml"/><Relationship Id="rId24" Type="http://schemas.openxmlformats.org/officeDocument/2006/relationships/customXml" Target="../ink/ink53.xml"/><Relationship Id="rId25" Type="http://schemas.openxmlformats.org/officeDocument/2006/relationships/customXml" Target="../ink/ink54.xml"/><Relationship Id="rId26" Type="http://schemas.openxmlformats.org/officeDocument/2006/relationships/customXml" Target="../ink/ink55.xml"/><Relationship Id="rId27" Type="http://schemas.openxmlformats.org/officeDocument/2006/relationships/customXml" Target="../ink/ink56.xml"/><Relationship Id="rId28" Type="http://schemas.openxmlformats.org/officeDocument/2006/relationships/customXml" Target="../ink/ink57.xml"/><Relationship Id="rId29" Type="http://schemas.openxmlformats.org/officeDocument/2006/relationships/customXml" Target="../ink/ink58.xml"/><Relationship Id="rId30" Type="http://schemas.openxmlformats.org/officeDocument/2006/relationships/customXml" Target="../ink/ink59.xml"/><Relationship Id="rId31" Type="http://schemas.openxmlformats.org/officeDocument/2006/relationships/customXml" Target="../ink/ink60.xml"/><Relationship Id="rId32" Type="http://schemas.openxmlformats.org/officeDocument/2006/relationships/customXml" Target="../ink/ink61.xml"/><Relationship Id="rId33" Type="http://schemas.openxmlformats.org/officeDocument/2006/relationships/customXml" Target="../ink/ink62.xml"/><Relationship Id="rId34" Type="http://schemas.openxmlformats.org/officeDocument/2006/relationships/customXml" Target="../ink/ink63.xml"/><Relationship Id="rId35" Type="http://schemas.openxmlformats.org/officeDocument/2006/relationships/customXml" Target="../ink/ink64.xml"/><Relationship Id="rId36" Type="http://schemas.openxmlformats.org/officeDocument/2006/relationships/customXml" Target="../ink/ink65.xml"/><Relationship Id="rId37" Type="http://schemas.openxmlformats.org/officeDocument/2006/relationships/customXml" Target="../ink/ink66.xml"/><Relationship Id="rId38" Type="http://schemas.openxmlformats.org/officeDocument/2006/relationships/customXml" Target="../ink/ink67.xml"/><Relationship Id="rId39" Type="http://schemas.openxmlformats.org/officeDocument/2006/relationships/customXml" Target="../ink/ink68.xml"/><Relationship Id="rId40" Type="http://schemas.openxmlformats.org/officeDocument/2006/relationships/customXml" Target="../ink/ink69.xml"/><Relationship Id="rId41" Type="http://schemas.openxmlformats.org/officeDocument/2006/relationships/customXml" Target="../ink/ink70.xml"/><Relationship Id="rId42" Type="http://schemas.openxmlformats.org/officeDocument/2006/relationships/customXml" Target="../ink/ink71.xml"/><Relationship Id="rId43" Type="http://schemas.openxmlformats.org/officeDocument/2006/relationships/customXml" Target="../ink/ink72.xml"/><Relationship Id="rId44" Type="http://schemas.openxmlformats.org/officeDocument/2006/relationships/customXml" Target="../ink/ink73.xml"/><Relationship Id="rId45" Type="http://schemas.openxmlformats.org/officeDocument/2006/relationships/customXml" Target="../ink/ink74.xml"/><Relationship Id="rId46"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p:grpSpPr>
      <p:sp>
        <p:nvSpPr>
          <p:cNvPr id="1048606" name="Rectangle 16"/>
          <p:cNvSpPr txBox="1">
            <a:spLocks noGrp="1"/>
          </p:cNvSpPr>
          <p:nvPr>
            <p:ph type="dt" sz="half" idx="2"/>
          </p:nvPr>
        </p:nvSpPr>
        <p:spPr/>
        <p:txBody>
          <a:bodyPr anchor="b"/>
          <a:p>
            <a:pPr eaLnBrk="1" hangingPunct="1" indent="0" marL="0">
              <a:spcBef>
                <a:spcPct val="0"/>
              </a:spcBef>
              <a:buClrTx/>
              <a:buSzTx/>
              <a:buFontTx/>
              <a:buNone/>
            </a:pPr>
            <a:fld id="{BB962C8B-B14F-4D97-AF65-F5344CB8AC3E}" type="datetime1">
              <a:rPr altLang="en-US" dirty="0" sz="1200" lang="zh-CN">
                <a:latin typeface="+mn-lt"/>
                <a:ea typeface="+mn-ea"/>
                <a:cs typeface="+mn-cs"/>
              </a:rPr>
              <a:t>2025/3/4</a:t>
            </a:fld>
            <a:endParaRPr altLang="en-US" dirty="0" sz="1200" lang="zh-CN">
              <a:latin typeface="+mn-lt"/>
              <a:ea typeface="+mn-ea"/>
              <a:cs typeface="+mn-cs"/>
            </a:endParaRPr>
          </a:p>
        </p:txBody>
      </p:sp>
      <p:sp>
        <p:nvSpPr>
          <p:cNvPr id="1048607" name="Rectangle 18"/>
          <p:cNvSpPr txBox="1">
            <a:spLocks noGrp="1"/>
          </p:cNvSpPr>
          <p:nvPr>
            <p:ph type="sldNum" sz="quarter" idx="4"/>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ea typeface="+mn-ea"/>
                <a:cs typeface="+mn-cs"/>
              </a:rPr>
              <a:t>1</a:t>
            </a:fld>
            <a:endParaRPr altLang="zh-CN" dirty="0" sz="1200" lang="en-US">
              <a:latin typeface="Arial Black" panose="020B0A04020102020204" pitchFamily="34" charset="0"/>
              <a:ea typeface="+mn-ea"/>
              <a:cs typeface="+mn-cs"/>
            </a:endParaRPr>
          </a:p>
        </p:txBody>
      </p:sp>
      <p:sp>
        <p:nvSpPr>
          <p:cNvPr id="1048608" name="Rectangle 2"/>
          <p:cNvSpPr>
            <a:spLocks noGrp="1"/>
          </p:cNvSpPr>
          <p:nvPr>
            <p:ph type="ctrTitle"/>
          </p:nvPr>
        </p:nvSpPr>
        <p:spPr>
          <a:xfrm>
            <a:off x="1979613" y="2133600"/>
            <a:ext cx="6624637" cy="1414463"/>
          </a:xfrm>
        </p:spPr>
        <p:txBody>
          <a:bodyPr anchor="ctr" bIns="45720" lIns="91440" rIns="91440" tIns="45720" vert="horz" wrap="square"/>
          <a:p>
            <a:pPr algn="ctr" eaLnBrk="1" hangingPunct="1">
              <a:buClrTx/>
              <a:buSzTx/>
              <a:buFontTx/>
            </a:pPr>
            <a:r>
              <a:rPr altLang="en-US" b="1" dirty="0" sz="8000" lang="zh-CN">
                <a:solidFill>
                  <a:srgbClr val="FFFFFF"/>
                </a:solidFill>
                <a:latin typeface="黑体" panose="02010609060101010101" pitchFamily="49" charset="-122"/>
                <a:ea typeface="黑体" panose="02010609060101010101" pitchFamily="49" charset="-122"/>
                <a:cs typeface="+mj-cs"/>
              </a:rPr>
              <a:t>无损检测技术</a:t>
            </a:r>
            <a:endParaRPr altLang="en-US" b="1" dirty="0" sz="8000" lang="zh-CN">
              <a:solidFill>
                <a:srgbClr val="FFFFFF"/>
              </a:solidFill>
              <a:latin typeface="黑体" panose="02010609060101010101" pitchFamily="49" charset="-122"/>
              <a:ea typeface="黑体" panose="02010609060101010101" pitchFamily="49" charset="-122"/>
              <a:cs typeface="+mj-cs"/>
            </a:endParaRPr>
          </a:p>
        </p:txBody>
      </p:sp>
    </p:spTree>
  </p:cSld>
  <p:clrMapOvr>
    <a:masterClrMapping/>
  </p:clrMapOvr>
  <p:transition>
    <p:cover dir="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 presetSubtype="16">
                                  <p:stCondLst>
                                    <p:cond delay="0"/>
                                  </p:stCondLst>
                                  <p:childTnLst>
                                    <p:set>
                                      <p:cBhvr>
                                        <p:cTn dur="1" fill="hold" id="6">
                                          <p:stCondLst>
                                            <p:cond delay="0"/>
                                          </p:stCondLst>
                                        </p:cTn>
                                        <p:tgtEl>
                                          <p:spTgt spid="1048608"/>
                                        </p:tgtEl>
                                        <p:attrNameLst>
                                          <p:attrName>style.visibility</p:attrName>
                                        </p:attrNameLst>
                                      </p:cBhvr>
                                      <p:to>
                                        <p:strVal val="visible"/>
                                      </p:to>
                                    </p:set>
                                    <p:animEffect transition="in" filter="box(in)">
                                      <p:cBhvr>
                                        <p:cTn dur="500" id="7"/>
                                        <p:tgtEl>
                                          <p:spTgt spid="1048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p:grpSpPr>
      <p:sp>
        <p:nvSpPr>
          <p:cNvPr id="1048613"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a:t>
            </a:fld>
            <a:endParaRPr altLang="zh-CN" dirty="0" sz="1200" lang="en-US">
              <a:latin typeface="Arial Black" panose="020B0A04020102020204" pitchFamily="34" charset="0"/>
            </a:endParaRPr>
          </a:p>
        </p:txBody>
      </p:sp>
      <p:sp>
        <p:nvSpPr>
          <p:cNvPr id="1048614"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15" name="Rectangle 2"/>
          <p:cNvSpPr>
            <a:spLocks noGrp="1"/>
          </p:cNvSpPr>
          <p:nvPr>
            <p:ph type="title"/>
          </p:nvPr>
        </p:nvSpPr>
        <p:spPr>
          <a:xfrm>
            <a:off x="3065463" y="411163"/>
            <a:ext cx="3106737" cy="955675"/>
          </a:xfrm>
        </p:spPr>
        <p:txBody>
          <a:bodyPr anchor="ctr" bIns="45720" lIns="91440" rIns="91440" tIns="45720" vert="horz" wrap="square"/>
          <a:p>
            <a:pPr eaLnBrk="1" hangingPunct="1"/>
            <a:r>
              <a:rPr altLang="en-US" b="1" dirty="0" lang="zh-CN">
                <a:latin typeface="黑体" panose="02010609060101010101" pitchFamily="49" charset="-122"/>
                <a:ea typeface="黑体" panose="02010609060101010101" pitchFamily="49" charset="-122"/>
              </a:rPr>
              <a:t>课程介绍</a:t>
            </a:r>
            <a:endParaRPr altLang="en-US" b="1" dirty="0" lang="zh-CN">
              <a:latin typeface="黑体" panose="02010609060101010101" pitchFamily="49" charset="-122"/>
              <a:ea typeface="黑体" panose="02010609060101010101" pitchFamily="49" charset="-122"/>
            </a:endParaRPr>
          </a:p>
        </p:txBody>
      </p:sp>
      <p:sp>
        <p:nvSpPr>
          <p:cNvPr id="1048616" name="Rectangle 3"/>
          <p:cNvSpPr>
            <a:spLocks noGrp="1" noChangeArrowheads="1"/>
          </p:cNvSpPr>
          <p:nvPr>
            <p:ph idx="1"/>
          </p:nvPr>
        </p:nvSpPr>
        <p:spPr>
          <a:xfrm>
            <a:off x="463550" y="1484313"/>
            <a:ext cx="8291513" cy="4962525"/>
          </a:xfrm>
        </p:spPr>
        <p:txBody>
          <a:bodyPr anchor="t" anchorCtr="0" bIns="45720" compatLnSpc="1" lIns="91440" numCol="1" rIns="91440" tIns="45720" vert="horz" wrap="square"/>
          <a:p>
            <a:pPr algn="just" defTabSz="914400" eaLnBrk="0" fontAlgn="base" hangingPunct="0" indent="-342900" latinLnBrk="0" lvl="0" marL="342900" marR="0" rtl="0">
              <a:lnSpc>
                <a:spcPct val="120000"/>
              </a:lnSpc>
              <a:spcBef>
                <a:spcPct val="20000"/>
              </a:spcBef>
              <a:spcAft>
                <a:spcPct val="0"/>
              </a:spcAft>
              <a:buClr>
                <a:schemeClr val="hlink"/>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课程面向：高等学校无损检测、测控技术、应用物理、材料加工、机械制造等相关专业</a:t>
            </a:r>
            <a:endPar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just" defTabSz="914400" eaLnBrk="0" fontAlgn="base" hangingPunct="0" indent="-342900" latinLnBrk="0" lvl="0" marL="342900" marR="0" rtl="0">
              <a:lnSpc>
                <a:spcPct val="120000"/>
              </a:lnSpc>
              <a:spcBef>
                <a:spcPct val="20000"/>
              </a:spcBef>
              <a:spcAft>
                <a:spcPct val="0"/>
              </a:spcAft>
              <a:buClr>
                <a:schemeClr val="hlink"/>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课程性质：该课程为专业硕士必修课</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12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学时</a:t>
            </a:r>
            <a:r>
              <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32</a:t>
            </a: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学时，共</a:t>
            </a:r>
            <a:r>
              <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8</a:t>
            </a: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周</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12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参考教材：</a:t>
            </a:r>
            <a:endPar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r>
              <a:rPr altLang="zh-CN" baseline="0" b="1" cap="none" dirty="0" sz="2000" i="0" kern="0" kumimoji="0" lang="en-US"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rPr>
              <a:t>《</a:t>
            </a:r>
            <a:r>
              <a:rPr altLang="en-US" baseline="0" b="1" cap="none" dirty="0" sz="2000" i="0" kern="0" kumimoji="0" lang="zh-CN"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rPr>
              <a:t>无损检测技术</a:t>
            </a:r>
            <a:r>
              <a:rPr altLang="zh-CN" baseline="0" b="1" cap="none" dirty="0" sz="2000" i="0" kern="0" kumimoji="0" lang="en-US"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rPr>
              <a:t>》 </a:t>
            </a:r>
            <a:r>
              <a:rPr altLang="en-US" baseline="0" b="1" cap="none" dirty="0" sz="2000" i="0" kern="0" kumimoji="0" lang="zh-CN"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rPr>
              <a:t>刘福顺主编，北京航空航天大学出版社出版</a:t>
            </a:r>
            <a:endParaRPr altLang="zh-CN" baseline="0" b="1" cap="none" dirty="0" sz="2000" i="0" kern="0" kumimoji="0" lang="en-US"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r>
              <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无损检测技术</a:t>
            </a:r>
            <a:r>
              <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，魏坤霞主编，中国石化出版社</a:t>
            </a:r>
            <a:endPar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r>
              <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无损检测技术</a:t>
            </a:r>
            <a:r>
              <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，刘贵民，马丽丽主编，国防工业出版社</a:t>
            </a:r>
            <a:endPar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r>
              <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无损检测原理及技术</a:t>
            </a:r>
            <a:r>
              <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，陈文革主编，冶金工业出版社</a:t>
            </a:r>
            <a:endPar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endParaRPr altLang="en-US" baseline="0" b="1" cap="none" dirty="0" sz="20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endParaRPr altLang="zh-CN" baseline="0" b="1" cap="none" dirty="0" sz="20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endPar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0" latinLnBrk="0" lvl="0" marL="0" marR="0" rtl="0">
              <a:lnSpc>
                <a:spcPct val="120000"/>
              </a:lnSpc>
              <a:spcBef>
                <a:spcPct val="20000"/>
              </a:spcBef>
              <a:spcAft>
                <a:spcPct val="0"/>
              </a:spcAft>
              <a:buClr>
                <a:schemeClr val="bg2"/>
              </a:buClr>
              <a:buSzPct val="75000"/>
              <a:buFont typeface="Wingdings" panose="05000000000000000000" pitchFamily="2" charset="2"/>
              <a:buNone/>
            </a:pPr>
            <a:endPar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p:cover dir="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 presetSubtype="16">
                                  <p:stCondLst>
                                    <p:cond delay="0"/>
                                  </p:stCondLst>
                                  <p:childTnLst>
                                    <p:set>
                                      <p:cBhvr>
                                        <p:cTn dur="1" fill="hold" id="6">
                                          <p:stCondLst>
                                            <p:cond delay="0"/>
                                          </p:stCondLst>
                                        </p:cTn>
                                        <p:tgtEl>
                                          <p:spTgt spid="1048615"/>
                                        </p:tgtEl>
                                        <p:attrNameLst>
                                          <p:attrName>style.visibility</p:attrName>
                                        </p:attrNameLst>
                                      </p:cBhvr>
                                      <p:to>
                                        <p:strVal val="visible"/>
                                      </p:to>
                                    </p:set>
                                    <p:animEffect transition="in" filter="box(in)">
                                      <p:cBhvr>
                                        <p:cTn dur="500" id="7"/>
                                        <p:tgtEl>
                                          <p:spTgt spid="104861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4" presetSubtype="16">
                                  <p:stCondLst>
                                    <p:cond delay="0"/>
                                  </p:stCondLst>
                                  <p:childTnLst>
                                    <p:set>
                                      <p:cBhvr>
                                        <p:cTn dur="1" fill="hold" id="11">
                                          <p:stCondLst>
                                            <p:cond delay="0"/>
                                          </p:stCondLst>
                                        </p:cTn>
                                        <p:tgtEl>
                                          <p:spTgt spid="1048616">
                                            <p:txEl>
                                              <p:charRg st="0" end="39"/>
                                            </p:txEl>
                                          </p:spTgt>
                                        </p:tgtEl>
                                        <p:attrNameLst>
                                          <p:attrName>style.visibility</p:attrName>
                                        </p:attrNameLst>
                                      </p:cBhvr>
                                      <p:to>
                                        <p:strVal val="visible"/>
                                      </p:to>
                                    </p:set>
                                    <p:animEffect transition="in" filter="box(in)">
                                      <p:cBhvr>
                                        <p:cTn dur="500" id="12"/>
                                        <p:tgtEl>
                                          <p:spTgt spid="1048616">
                                            <p:txEl>
                                              <p:charRg st="0" end="39"/>
                                            </p:txEl>
                                          </p:spTgt>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4" presetSubtype="16">
                                  <p:stCondLst>
                                    <p:cond delay="0"/>
                                  </p:stCondLst>
                                  <p:childTnLst>
                                    <p:set>
                                      <p:cBhvr>
                                        <p:cTn dur="1" fill="hold" id="16">
                                          <p:stCondLst>
                                            <p:cond delay="0"/>
                                          </p:stCondLst>
                                        </p:cTn>
                                        <p:tgtEl>
                                          <p:spTgt spid="1048616">
                                            <p:txEl>
                                              <p:charRg st="39" end="56"/>
                                            </p:txEl>
                                          </p:spTgt>
                                        </p:tgtEl>
                                        <p:attrNameLst>
                                          <p:attrName>style.visibility</p:attrName>
                                        </p:attrNameLst>
                                      </p:cBhvr>
                                      <p:to>
                                        <p:strVal val="visible"/>
                                      </p:to>
                                    </p:set>
                                    <p:animEffect transition="in" filter="box(in)">
                                      <p:cBhvr>
                                        <p:cTn dur="500" id="17"/>
                                        <p:tgtEl>
                                          <p:spTgt spid="1048616">
                                            <p:txEl>
                                              <p:charRg st="39" end="56"/>
                                            </p:txEl>
                                          </p:spTgt>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4" presetSubtype="16">
                                  <p:stCondLst>
                                    <p:cond delay="0"/>
                                  </p:stCondLst>
                                  <p:childTnLst>
                                    <p:set>
                                      <p:cBhvr>
                                        <p:cTn dur="1" fill="hold" id="21">
                                          <p:stCondLst>
                                            <p:cond delay="0"/>
                                          </p:stCondLst>
                                        </p:cTn>
                                        <p:tgtEl>
                                          <p:spTgt spid="1048616">
                                            <p:txEl>
                                              <p:charRg st="56" end="67"/>
                                            </p:txEl>
                                          </p:spTgt>
                                        </p:tgtEl>
                                        <p:attrNameLst>
                                          <p:attrName>style.visibility</p:attrName>
                                        </p:attrNameLst>
                                      </p:cBhvr>
                                      <p:to>
                                        <p:strVal val="visible"/>
                                      </p:to>
                                    </p:set>
                                    <p:animEffect transition="in" filter="box(in)">
                                      <p:cBhvr>
                                        <p:cTn dur="500" id="22"/>
                                        <p:tgtEl>
                                          <p:spTgt spid="1048616">
                                            <p:txEl>
                                              <p:charRg st="56" end="67"/>
                                            </p:txEl>
                                          </p:spTgt>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4" presetSubtype="16">
                                  <p:stCondLst>
                                    <p:cond delay="0"/>
                                  </p:stCondLst>
                                  <p:childTnLst>
                                    <p:set>
                                      <p:cBhvr>
                                        <p:cTn dur="1" fill="hold" id="26">
                                          <p:stCondLst>
                                            <p:cond delay="0"/>
                                          </p:stCondLst>
                                        </p:cTn>
                                        <p:tgtEl>
                                          <p:spTgt spid="1048616">
                                            <p:txEl>
                                              <p:charRg st="67" end="73"/>
                                            </p:txEl>
                                          </p:spTgt>
                                        </p:tgtEl>
                                        <p:attrNameLst>
                                          <p:attrName>style.visibility</p:attrName>
                                        </p:attrNameLst>
                                      </p:cBhvr>
                                      <p:to>
                                        <p:strVal val="visible"/>
                                      </p:to>
                                    </p:set>
                                    <p:animEffect transition="in" filter="box(in)">
                                      <p:cBhvr>
                                        <p:cTn dur="500" id="27"/>
                                        <p:tgtEl>
                                          <p:spTgt spid="1048616">
                                            <p:txEl>
                                              <p:charRg st="67" end="73"/>
                                            </p:txEl>
                                          </p:spTgt>
                                        </p:tgtEl>
                                      </p:cBhvr>
                                    </p:animEffect>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4" presetSubtype="16">
                                  <p:stCondLst>
                                    <p:cond delay="0"/>
                                  </p:stCondLst>
                                  <p:childTnLst>
                                    <p:set>
                                      <p:cBhvr>
                                        <p:cTn dur="1" fill="hold" id="31">
                                          <p:stCondLst>
                                            <p:cond delay="0"/>
                                          </p:stCondLst>
                                        </p:cTn>
                                        <p:tgtEl>
                                          <p:spTgt spid="1048616">
                                            <p:txEl>
                                              <p:charRg st="73" end="102"/>
                                            </p:txEl>
                                          </p:spTgt>
                                        </p:tgtEl>
                                        <p:attrNameLst>
                                          <p:attrName>style.visibility</p:attrName>
                                        </p:attrNameLst>
                                      </p:cBhvr>
                                      <p:to>
                                        <p:strVal val="visible"/>
                                      </p:to>
                                    </p:set>
                                    <p:animEffect transition="in" filter="box(in)">
                                      <p:cBhvr>
                                        <p:cTn dur="500" id="32"/>
                                        <p:tgtEl>
                                          <p:spTgt spid="1048616">
                                            <p:txEl>
                                              <p:charRg st="73" end="102"/>
                                            </p:txEl>
                                          </p:spTgt>
                                        </p:tgtEl>
                                      </p:cBhvr>
                                    </p:animEffect>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4" presetSubtype="16">
                                  <p:stCondLst>
                                    <p:cond delay="0"/>
                                  </p:stCondLst>
                                  <p:childTnLst>
                                    <p:set>
                                      <p:cBhvr>
                                        <p:cTn dur="1" fill="hold" id="36">
                                          <p:stCondLst>
                                            <p:cond delay="0"/>
                                          </p:stCondLst>
                                        </p:cTn>
                                        <p:tgtEl>
                                          <p:spTgt spid="1048616">
                                            <p:txEl>
                                              <p:charRg st="102" end="125"/>
                                            </p:txEl>
                                          </p:spTgt>
                                        </p:tgtEl>
                                        <p:attrNameLst>
                                          <p:attrName>style.visibility</p:attrName>
                                        </p:attrNameLst>
                                      </p:cBhvr>
                                      <p:to>
                                        <p:strVal val="visible"/>
                                      </p:to>
                                    </p:set>
                                    <p:animEffect transition="in" filter="box(in)">
                                      <p:cBhvr>
                                        <p:cTn dur="500" id="37"/>
                                        <p:tgtEl>
                                          <p:spTgt spid="1048616">
                                            <p:txEl>
                                              <p:charRg st="102" end="125"/>
                                            </p:txEl>
                                          </p:spTgt>
                                        </p:tgtEl>
                                      </p:cBhvr>
                                    </p:animEffect>
                                  </p:childTnLst>
                                </p:cTn>
                              </p:par>
                            </p:childTnLst>
                          </p:cTn>
                        </p:par>
                      </p:childTnLst>
                    </p:cTn>
                  </p:par>
                  <p:par>
                    <p:cTn fill="hold" id="38">
                      <p:stCondLst>
                        <p:cond delay="indefinite"/>
                      </p:stCondLst>
                      <p:childTnLst>
                        <p:par>
                          <p:cTn fill="hold" id="39">
                            <p:stCondLst>
                              <p:cond delay="0"/>
                            </p:stCondLst>
                            <p:childTnLst>
                              <p:par>
                                <p:cTn fill="hold" grpId="0" id="40" nodeType="clickEffect" presetClass="entr" presetID="4" presetSubtype="16">
                                  <p:stCondLst>
                                    <p:cond delay="0"/>
                                  </p:stCondLst>
                                  <p:childTnLst>
                                    <p:set>
                                      <p:cBhvr>
                                        <p:cTn dur="1" fill="hold" id="41">
                                          <p:stCondLst>
                                            <p:cond delay="0"/>
                                          </p:stCondLst>
                                        </p:cTn>
                                        <p:tgtEl>
                                          <p:spTgt spid="1048616">
                                            <p:txEl>
                                              <p:charRg st="125" end="152"/>
                                            </p:txEl>
                                          </p:spTgt>
                                        </p:tgtEl>
                                        <p:attrNameLst>
                                          <p:attrName>style.visibility</p:attrName>
                                        </p:attrNameLst>
                                      </p:cBhvr>
                                      <p:to>
                                        <p:strVal val="visible"/>
                                      </p:to>
                                    </p:set>
                                    <p:animEffect transition="in" filter="box(in)">
                                      <p:cBhvr>
                                        <p:cTn dur="500" id="42"/>
                                        <p:tgtEl>
                                          <p:spTgt spid="1048616">
                                            <p:txEl>
                                              <p:charRg st="125" end="152"/>
                                            </p:txEl>
                                          </p:spTgt>
                                        </p:tgtEl>
                                      </p:cBhvr>
                                    </p:animEffect>
                                  </p:childTnLst>
                                </p:cTn>
                              </p:par>
                            </p:childTnLst>
                          </p:cTn>
                        </p:par>
                      </p:childTnLst>
                    </p:cTn>
                  </p:par>
                  <p:par>
                    <p:cTn fill="hold" id="43">
                      <p:stCondLst>
                        <p:cond delay="indefinite"/>
                      </p:stCondLst>
                      <p:childTnLst>
                        <p:par>
                          <p:cTn fill="hold" id="44">
                            <p:stCondLst>
                              <p:cond delay="0"/>
                            </p:stCondLst>
                            <p:childTnLst>
                              <p:par>
                                <p:cTn fill="hold" grpId="0" id="45" nodeType="clickEffect" presetClass="entr" presetID="4" presetSubtype="16">
                                  <p:stCondLst>
                                    <p:cond delay="0"/>
                                  </p:stCondLst>
                                  <p:childTnLst>
                                    <p:set>
                                      <p:cBhvr>
                                        <p:cTn dur="1" fill="hold" id="46">
                                          <p:stCondLst>
                                            <p:cond delay="0"/>
                                          </p:stCondLst>
                                        </p:cTn>
                                        <p:tgtEl>
                                          <p:spTgt spid="1048616">
                                            <p:txEl>
                                              <p:charRg st="152" end="178"/>
                                            </p:txEl>
                                          </p:spTgt>
                                        </p:tgtEl>
                                        <p:attrNameLst>
                                          <p:attrName>style.visibility</p:attrName>
                                        </p:attrNameLst>
                                      </p:cBhvr>
                                      <p:to>
                                        <p:strVal val="visible"/>
                                      </p:to>
                                    </p:set>
                                    <p:animEffect transition="in" filter="box(in)">
                                      <p:cBhvr>
                                        <p:cTn dur="500" id="47"/>
                                        <p:tgtEl>
                                          <p:spTgt spid="1048616">
                                            <p:txEl>
                                              <p:charRg st="152"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5" grpId="0"/>
      <p:bldP spid="104861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p:grpSpPr>
      <p:sp>
        <p:nvSpPr>
          <p:cNvPr id="1048617"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a:t>
            </a:fld>
            <a:endParaRPr altLang="zh-CN" dirty="0" sz="1200" lang="en-US">
              <a:latin typeface="Arial Black" panose="020B0A04020102020204" pitchFamily="34" charset="0"/>
            </a:endParaRPr>
          </a:p>
        </p:txBody>
      </p:sp>
      <p:sp>
        <p:nvSpPr>
          <p:cNvPr id="1048618"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19" name="Rectangle 2"/>
          <p:cNvSpPr>
            <a:spLocks noGrp="1"/>
          </p:cNvSpPr>
          <p:nvPr>
            <p:ph type="title"/>
          </p:nvPr>
        </p:nvSpPr>
        <p:spPr>
          <a:xfrm>
            <a:off x="2916238" y="1052513"/>
            <a:ext cx="4248150" cy="792162"/>
          </a:xfrm>
        </p:spPr>
        <p:txBody>
          <a:bodyPr anchor="ctr" bIns="45720" lIns="91440" rIns="91440" tIns="45720" vert="horz" wrap="square"/>
          <a:p>
            <a:pPr eaLnBrk="1" hangingPunct="1"/>
            <a:r>
              <a:rPr altLang="en-US" b="1" dirty="0" lang="zh-CN">
                <a:latin typeface="黑体" panose="02010609060101010101" pitchFamily="49" charset="-122"/>
                <a:ea typeface="黑体" panose="02010609060101010101" pitchFamily="49" charset="-122"/>
              </a:rPr>
              <a:t>课程成绩评定</a:t>
            </a:r>
            <a:endParaRPr altLang="en-US" b="1" dirty="0" lang="zh-CN">
              <a:latin typeface="黑体" panose="02010609060101010101" pitchFamily="49" charset="-122"/>
              <a:ea typeface="黑体" panose="02010609060101010101" pitchFamily="49" charset="-122"/>
            </a:endParaRPr>
          </a:p>
        </p:txBody>
      </p:sp>
      <p:sp>
        <p:nvSpPr>
          <p:cNvPr id="1048620" name="Rectangle 3"/>
          <p:cNvSpPr>
            <a:spLocks noGrp="1"/>
          </p:cNvSpPr>
          <p:nvPr>
            <p:ph idx="1"/>
          </p:nvPr>
        </p:nvSpPr>
        <p:spPr>
          <a:xfrm>
            <a:off x="1116013" y="2133600"/>
            <a:ext cx="7848600" cy="3886200"/>
          </a:xfrm>
        </p:spPr>
        <p:txBody>
          <a:bodyPr anchor="t" bIns="45720" lIns="91440" rIns="91440" tIns="45720" vert="horz" wrap="square"/>
          <a:p>
            <a:pPr eaLnBrk="1" hangingPunct="1"/>
            <a:r>
              <a:rPr altLang="en-US" b="1" dirty="0" lang="zh-CN">
                <a:latin typeface="黑体" panose="02010609060101010101" pitchFamily="49" charset="-122"/>
                <a:ea typeface="黑体" panose="02010609060101010101" pitchFamily="49" charset="-122"/>
              </a:rPr>
              <a:t>平时成绩：包括作业、考勤，占 </a:t>
            </a:r>
            <a:r>
              <a:rPr altLang="zh-CN" b="1" dirty="0" lang="en-US">
                <a:latin typeface="黑体" panose="02010609060101010101" pitchFamily="49" charset="-122"/>
                <a:ea typeface="黑体" panose="02010609060101010101" pitchFamily="49" charset="-122"/>
              </a:rPr>
              <a:t>30%</a:t>
            </a:r>
            <a:r>
              <a:rPr altLang="en-US" b="1" dirty="0" lang="zh-CN">
                <a:latin typeface="黑体" panose="02010609060101010101" pitchFamily="49" charset="-122"/>
                <a:ea typeface="黑体" panose="02010609060101010101" pitchFamily="49" charset="-122"/>
              </a:rPr>
              <a:t>；</a:t>
            </a:r>
            <a:endParaRPr altLang="zh-CN" b="1" dirty="0" lang="en-US">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考试：  占</a:t>
            </a:r>
            <a:r>
              <a:rPr altLang="zh-CN" b="1" dirty="0" lang="en-US">
                <a:latin typeface="黑体" panose="02010609060101010101" pitchFamily="49" charset="-122"/>
                <a:ea typeface="黑体" panose="02010609060101010101" pitchFamily="49" charset="-122"/>
              </a:rPr>
              <a:t>70%</a:t>
            </a:r>
            <a:r>
              <a:rPr altLang="en-US" b="1" dirty="0" lang="zh-CN">
                <a:latin typeface="黑体" panose="02010609060101010101" pitchFamily="49" charset="-122"/>
                <a:ea typeface="黑体" panose="02010609060101010101" pitchFamily="49" charset="-122"/>
              </a:rPr>
              <a:t>；</a:t>
            </a:r>
            <a:endParaRPr altLang="zh-CN" b="1" dirty="0" lang="en-US">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考试时间：</a:t>
            </a:r>
            <a:r>
              <a:rPr altLang="en-US" b="1" dirty="0" lang="zh-CN">
                <a:solidFill>
                  <a:srgbClr val="FF0000"/>
                </a:solidFill>
                <a:latin typeface="黑体" panose="02010609060101010101" pitchFamily="49" charset="-122"/>
                <a:ea typeface="黑体" panose="02010609060101010101" pitchFamily="49" charset="-122"/>
              </a:rPr>
              <a:t>最后一次课随堂考试</a:t>
            </a:r>
            <a:r>
              <a:rPr altLang="en-US" b="1" dirty="0" lang="zh-CN">
                <a:latin typeface="黑体" panose="02010609060101010101" pitchFamily="49" charset="-122"/>
                <a:ea typeface="黑体" panose="02010609060101010101" pitchFamily="49" charset="-122"/>
              </a:rPr>
              <a:t>；</a:t>
            </a:r>
            <a:endParaRPr altLang="zh-CN" b="1" dirty="0" lang="en-US">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说明：无故缺课</a:t>
            </a:r>
            <a:r>
              <a:rPr altLang="zh-CN" b="1" dirty="0" lang="en-US">
                <a:latin typeface="黑体" panose="02010609060101010101" pitchFamily="49" charset="-122"/>
                <a:ea typeface="黑体" panose="02010609060101010101" pitchFamily="49" charset="-122"/>
              </a:rPr>
              <a:t>3</a:t>
            </a:r>
            <a:r>
              <a:rPr altLang="en-US" b="1" dirty="0" lang="zh-CN">
                <a:latin typeface="黑体" panose="02010609060101010101" pitchFamily="49" charset="-122"/>
                <a:ea typeface="黑体" panose="02010609060101010101" pitchFamily="49" charset="-122"/>
              </a:rPr>
              <a:t>次以上者取消成绩。</a:t>
            </a:r>
            <a:endParaRPr altLang="en-US" b="1" dirty="0" lang="zh-CN">
              <a:latin typeface="黑体" panose="02010609060101010101" pitchFamily="49" charset="-122"/>
              <a:ea typeface="黑体" panose="02010609060101010101" pitchFamily="49" charset="-122"/>
            </a:endParaRPr>
          </a:p>
        </p:txBody>
      </p:sp>
    </p:spTree>
  </p:cSld>
  <p:clrMapOvr>
    <a:masterClrMapping/>
  </p:clrMapOvr>
  <p:transition>
    <p:cover dir="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 presetSubtype="16">
                                  <p:stCondLst>
                                    <p:cond delay="0"/>
                                  </p:stCondLst>
                                  <p:childTnLst>
                                    <p:set>
                                      <p:cBhvr>
                                        <p:cTn dur="1" fill="hold" id="6">
                                          <p:stCondLst>
                                            <p:cond delay="0"/>
                                          </p:stCondLst>
                                        </p:cTn>
                                        <p:tgtEl>
                                          <p:spTgt spid="1048619"/>
                                        </p:tgtEl>
                                        <p:attrNameLst>
                                          <p:attrName>style.visibility</p:attrName>
                                        </p:attrNameLst>
                                      </p:cBhvr>
                                      <p:to>
                                        <p:strVal val="visible"/>
                                      </p:to>
                                    </p:set>
                                    <p:animEffect transition="in" filter="box(in)">
                                      <p:cBhvr>
                                        <p:cTn dur="500" id="7"/>
                                        <p:tgtEl>
                                          <p:spTgt spid="104861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4" presetSubtype="16">
                                  <p:stCondLst>
                                    <p:cond delay="0"/>
                                  </p:stCondLst>
                                  <p:childTnLst>
                                    <p:set>
                                      <p:cBhvr>
                                        <p:cTn dur="1" fill="hold" id="11">
                                          <p:stCondLst>
                                            <p:cond delay="0"/>
                                          </p:stCondLst>
                                        </p:cTn>
                                        <p:tgtEl>
                                          <p:spTgt spid="1048620">
                                            <p:txEl>
                                              <p:charRg st="0" end="20"/>
                                            </p:txEl>
                                          </p:spTgt>
                                        </p:tgtEl>
                                        <p:attrNameLst>
                                          <p:attrName>style.visibility</p:attrName>
                                        </p:attrNameLst>
                                      </p:cBhvr>
                                      <p:to>
                                        <p:strVal val="visible"/>
                                      </p:to>
                                    </p:set>
                                    <p:animEffect transition="in" filter="box(in)">
                                      <p:cBhvr>
                                        <p:cTn dur="500" id="12"/>
                                        <p:tgtEl>
                                          <p:spTgt spid="1048620">
                                            <p:txEl>
                                              <p:charRg st="0" end="20"/>
                                            </p:txEl>
                                          </p:spTgt>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4" presetSubtype="16">
                                  <p:stCondLst>
                                    <p:cond delay="0"/>
                                  </p:stCondLst>
                                  <p:childTnLst>
                                    <p:set>
                                      <p:cBhvr>
                                        <p:cTn dur="1" fill="hold" id="16">
                                          <p:stCondLst>
                                            <p:cond delay="0"/>
                                          </p:stCondLst>
                                        </p:cTn>
                                        <p:tgtEl>
                                          <p:spTgt spid="1048620">
                                            <p:txEl>
                                              <p:charRg st="20" end="31"/>
                                            </p:txEl>
                                          </p:spTgt>
                                        </p:tgtEl>
                                        <p:attrNameLst>
                                          <p:attrName>style.visibility</p:attrName>
                                        </p:attrNameLst>
                                      </p:cBhvr>
                                      <p:to>
                                        <p:strVal val="visible"/>
                                      </p:to>
                                    </p:set>
                                    <p:animEffect transition="in" filter="box(in)">
                                      <p:cBhvr>
                                        <p:cTn dur="500" id="17"/>
                                        <p:tgtEl>
                                          <p:spTgt spid="1048620">
                                            <p:txEl>
                                              <p:charRg st="20" end="31"/>
                                            </p:txEl>
                                          </p:spTgt>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4" presetSubtype="16">
                                  <p:stCondLst>
                                    <p:cond delay="0"/>
                                  </p:stCondLst>
                                  <p:childTnLst>
                                    <p:set>
                                      <p:cBhvr>
                                        <p:cTn dur="1" fill="hold" id="21">
                                          <p:stCondLst>
                                            <p:cond delay="0"/>
                                          </p:stCondLst>
                                        </p:cTn>
                                        <p:tgtEl>
                                          <p:spTgt spid="1048620">
                                            <p:txEl>
                                              <p:charRg st="31" end="47"/>
                                            </p:txEl>
                                          </p:spTgt>
                                        </p:tgtEl>
                                        <p:attrNameLst>
                                          <p:attrName>style.visibility</p:attrName>
                                        </p:attrNameLst>
                                      </p:cBhvr>
                                      <p:to>
                                        <p:strVal val="visible"/>
                                      </p:to>
                                    </p:set>
                                    <p:animEffect transition="in" filter="box(in)">
                                      <p:cBhvr>
                                        <p:cTn dur="500" id="22"/>
                                        <p:tgtEl>
                                          <p:spTgt spid="1048620">
                                            <p:txEl>
                                              <p:charRg st="31" end="47"/>
                                            </p:txEl>
                                          </p:spTgt>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4" presetSubtype="16">
                                  <p:stCondLst>
                                    <p:cond delay="0"/>
                                  </p:stCondLst>
                                  <p:childTnLst>
                                    <p:set>
                                      <p:cBhvr>
                                        <p:cTn dur="1" fill="hold" id="26">
                                          <p:stCondLst>
                                            <p:cond delay="0"/>
                                          </p:stCondLst>
                                        </p:cTn>
                                        <p:tgtEl>
                                          <p:spTgt spid="1048620">
                                            <p:txEl>
                                              <p:charRg st="47" end="65"/>
                                            </p:txEl>
                                          </p:spTgt>
                                        </p:tgtEl>
                                        <p:attrNameLst>
                                          <p:attrName>style.visibility</p:attrName>
                                        </p:attrNameLst>
                                      </p:cBhvr>
                                      <p:to>
                                        <p:strVal val="visible"/>
                                      </p:to>
                                    </p:set>
                                    <p:animEffect transition="in" filter="box(in)">
                                      <p:cBhvr>
                                        <p:cTn dur="500" id="27"/>
                                        <p:tgtEl>
                                          <p:spTgt spid="1048620">
                                            <p:txEl>
                                              <p:charRg st="47" end="6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9" grpId="0"/>
      <p:bldP spid="104862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p:grpSpPr>
      <p:sp>
        <p:nvSpPr>
          <p:cNvPr id="1048621"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a:t>
            </a:fld>
            <a:endParaRPr altLang="zh-CN" dirty="0" sz="1200" lang="en-US">
              <a:latin typeface="Arial Black" panose="020B0A04020102020204" pitchFamily="34" charset="0"/>
            </a:endParaRPr>
          </a:p>
        </p:txBody>
      </p:sp>
      <p:sp>
        <p:nvSpPr>
          <p:cNvPr id="1048622"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23" name="Rectangle 2"/>
          <p:cNvSpPr>
            <a:spLocks noGrp="1"/>
          </p:cNvSpPr>
          <p:nvPr>
            <p:ph type="title"/>
          </p:nvPr>
        </p:nvSpPr>
        <p:spPr>
          <a:xfrm>
            <a:off x="2339975" y="981075"/>
            <a:ext cx="4546600" cy="884238"/>
          </a:xfrm>
        </p:spPr>
        <p:txBody>
          <a:bodyPr anchor="ctr" bIns="45720" lIns="91440" rIns="91440" tIns="45720" vert="horz" wrap="square"/>
          <a:p>
            <a:pPr eaLnBrk="1" hangingPunct="1"/>
            <a:r>
              <a:rPr altLang="en-US" b="1" dirty="0" lang="zh-CN">
                <a:latin typeface="黑体" panose="02010609060101010101" pitchFamily="49" charset="-122"/>
                <a:ea typeface="黑体" panose="02010609060101010101" pitchFamily="49" charset="-122"/>
              </a:rPr>
              <a:t>课程的主要内容</a:t>
            </a:r>
            <a:endParaRPr altLang="en-US" b="1" dirty="0" lang="zh-CN">
              <a:latin typeface="黑体" panose="02010609060101010101" pitchFamily="49" charset="-122"/>
              <a:ea typeface="黑体" panose="02010609060101010101" pitchFamily="49" charset="-122"/>
            </a:endParaRPr>
          </a:p>
        </p:txBody>
      </p:sp>
      <p:sp>
        <p:nvSpPr>
          <p:cNvPr id="1048624" name="Rectangle 3"/>
          <p:cNvSpPr>
            <a:spLocks noGrp="1"/>
          </p:cNvSpPr>
          <p:nvPr>
            <p:ph idx="1"/>
          </p:nvPr>
        </p:nvSpPr>
        <p:spPr>
          <a:xfrm>
            <a:off x="1042988" y="1989138"/>
            <a:ext cx="7345362" cy="3886200"/>
          </a:xfrm>
        </p:spPr>
        <p:txBody>
          <a:bodyPr anchor="t" bIns="45720" lIns="91440" rIns="91440" tIns="45720" vert="horz" wrap="square"/>
          <a:p>
            <a:pPr eaLnBrk="1" hangingPunct="1"/>
            <a:r>
              <a:rPr altLang="en-US" b="1" dirty="0" lang="zh-CN">
                <a:solidFill>
                  <a:srgbClr val="6600CC"/>
                </a:solidFill>
                <a:latin typeface="黑体" panose="02010609060101010101" pitchFamily="49" charset="-122"/>
                <a:ea typeface="黑体" panose="02010609060101010101" pitchFamily="49" charset="-122"/>
              </a:rPr>
              <a:t>概述：无损检测技术的特点、发展、分类、应用等；</a:t>
            </a:r>
            <a:endParaRPr altLang="en-US" b="1" dirty="0" lang="zh-CN">
              <a:solidFill>
                <a:srgbClr val="6600CC"/>
              </a:solidFill>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常用的无损检测技术：</a:t>
            </a:r>
            <a:r>
              <a:rPr altLang="en-US" b="1" dirty="0" lang="zh-CN">
                <a:solidFill>
                  <a:srgbClr val="0033CC"/>
                </a:solidFill>
                <a:latin typeface="黑体" panose="02010609060101010101" pitchFamily="49" charset="-122"/>
                <a:ea typeface="黑体" panose="02010609060101010101" pitchFamily="49" charset="-122"/>
              </a:rPr>
              <a:t>超声检测、液体渗透检测、射线检测技术、磁粉检测技术、涡流检测技术；</a:t>
            </a:r>
            <a:endParaRPr altLang="zh-CN" b="1" dirty="0" lang="en-US">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其他无损检测技术：声发射检测、噪声检测、红外检测、激光全息照相检测等</a:t>
            </a:r>
            <a:r>
              <a:rPr altLang="zh-CN" b="1" dirty="0" lang="en-US">
                <a:latin typeface="黑体" panose="02010609060101010101" pitchFamily="49" charset="-122"/>
                <a:ea typeface="黑体" panose="02010609060101010101" pitchFamily="49" charset="-122"/>
              </a:rPr>
              <a:t>;</a:t>
            </a:r>
            <a:endParaRPr altLang="en-US" b="1" dirty="0" lang="zh-CN">
              <a:latin typeface="黑体" panose="02010609060101010101" pitchFamily="49" charset="-122"/>
              <a:ea typeface="黑体" panose="02010609060101010101" pitchFamily="49" charset="-122"/>
            </a:endParaRPr>
          </a:p>
        </p:txBody>
      </p:sp>
    </p:spTree>
  </p:cSld>
  <p:clrMapOvr>
    <a:masterClrMapping/>
  </p:clrMapOvr>
  <p:transition>
    <p:cover dir="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 presetSubtype="16">
                                  <p:stCondLst>
                                    <p:cond delay="0"/>
                                  </p:stCondLst>
                                  <p:childTnLst>
                                    <p:set>
                                      <p:cBhvr>
                                        <p:cTn dur="1" fill="hold" id="6">
                                          <p:stCondLst>
                                            <p:cond delay="0"/>
                                          </p:stCondLst>
                                        </p:cTn>
                                        <p:tgtEl>
                                          <p:spTgt spid="1048623"/>
                                        </p:tgtEl>
                                        <p:attrNameLst>
                                          <p:attrName>style.visibility</p:attrName>
                                        </p:attrNameLst>
                                      </p:cBhvr>
                                      <p:to>
                                        <p:strVal val="visible"/>
                                      </p:to>
                                    </p:set>
                                    <p:animEffect transition="in" filter="box(in)">
                                      <p:cBhvr>
                                        <p:cTn dur="500" id="7"/>
                                        <p:tgtEl>
                                          <p:spTgt spid="1048623"/>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4" presetSubtype="16">
                                  <p:stCondLst>
                                    <p:cond delay="0"/>
                                  </p:stCondLst>
                                  <p:childTnLst>
                                    <p:set>
                                      <p:cBhvr>
                                        <p:cTn dur="1" fill="hold" id="11">
                                          <p:stCondLst>
                                            <p:cond delay="0"/>
                                          </p:stCondLst>
                                        </p:cTn>
                                        <p:tgtEl>
                                          <p:spTgt spid="1048624">
                                            <p:txEl>
                                              <p:charRg st="0" end="24"/>
                                            </p:txEl>
                                          </p:spTgt>
                                        </p:tgtEl>
                                        <p:attrNameLst>
                                          <p:attrName>style.visibility</p:attrName>
                                        </p:attrNameLst>
                                      </p:cBhvr>
                                      <p:to>
                                        <p:strVal val="visible"/>
                                      </p:to>
                                    </p:set>
                                    <p:animEffect transition="in" filter="box(in)">
                                      <p:cBhvr>
                                        <p:cTn dur="500" id="12"/>
                                        <p:tgtEl>
                                          <p:spTgt spid="1048624">
                                            <p:txEl>
                                              <p:charRg st="0" end="24"/>
                                            </p:txEl>
                                          </p:spTgt>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4" presetSubtype="16">
                                  <p:stCondLst>
                                    <p:cond delay="0"/>
                                  </p:stCondLst>
                                  <p:childTnLst>
                                    <p:set>
                                      <p:cBhvr>
                                        <p:cTn dur="1" fill="hold" id="16">
                                          <p:stCondLst>
                                            <p:cond delay="0"/>
                                          </p:stCondLst>
                                        </p:cTn>
                                        <p:tgtEl>
                                          <p:spTgt spid="1048624">
                                            <p:txEl>
                                              <p:charRg st="24" end="68"/>
                                            </p:txEl>
                                          </p:spTgt>
                                        </p:tgtEl>
                                        <p:attrNameLst>
                                          <p:attrName>style.visibility</p:attrName>
                                        </p:attrNameLst>
                                      </p:cBhvr>
                                      <p:to>
                                        <p:strVal val="visible"/>
                                      </p:to>
                                    </p:set>
                                    <p:animEffect transition="in" filter="box(in)">
                                      <p:cBhvr>
                                        <p:cTn dur="500" id="17"/>
                                        <p:tgtEl>
                                          <p:spTgt spid="1048624">
                                            <p:txEl>
                                              <p:charRg st="24" end="68"/>
                                            </p:txEl>
                                          </p:spTgt>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4" presetSubtype="16">
                                  <p:stCondLst>
                                    <p:cond delay="0"/>
                                  </p:stCondLst>
                                  <p:childTnLst>
                                    <p:set>
                                      <p:cBhvr>
                                        <p:cTn dur="1" fill="hold" id="21">
                                          <p:stCondLst>
                                            <p:cond delay="0"/>
                                          </p:stCondLst>
                                        </p:cTn>
                                        <p:tgtEl>
                                          <p:spTgt spid="1048624">
                                            <p:txEl>
                                              <p:charRg st="68" end="104"/>
                                            </p:txEl>
                                          </p:spTgt>
                                        </p:tgtEl>
                                        <p:attrNameLst>
                                          <p:attrName>style.visibility</p:attrName>
                                        </p:attrNameLst>
                                      </p:cBhvr>
                                      <p:to>
                                        <p:strVal val="visible"/>
                                      </p:to>
                                    </p:set>
                                    <p:animEffect transition="in" filter="box(in)">
                                      <p:cBhvr>
                                        <p:cTn dur="500" id="22"/>
                                        <p:tgtEl>
                                          <p:spTgt spid="1048624">
                                            <p:txEl>
                                              <p:charRg st="68" end="10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3" grpId="0"/>
      <p:bldP spid="104862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p:grpSpPr>
      <p:sp>
        <p:nvSpPr>
          <p:cNvPr id="1048625"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5</a:t>
            </a:fld>
            <a:endParaRPr altLang="zh-CN" dirty="0" sz="1200" lang="en-US">
              <a:latin typeface="Arial Black" panose="020B0A04020102020204" pitchFamily="34" charset="0"/>
            </a:endParaRPr>
          </a:p>
        </p:txBody>
      </p:sp>
      <p:sp>
        <p:nvSpPr>
          <p:cNvPr id="1048626"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27" name="Rectangle 2"/>
          <p:cNvSpPr>
            <a:spLocks noGrp="1"/>
          </p:cNvSpPr>
          <p:nvPr>
            <p:ph type="title"/>
          </p:nvPr>
        </p:nvSpPr>
        <p:spPr>
          <a:xfrm>
            <a:off x="1539875" y="469900"/>
            <a:ext cx="5545138" cy="792163"/>
          </a:xfrm>
        </p:spPr>
        <p:txBody>
          <a:bodyPr anchor="ctr" bIns="45720" lIns="91440" rIns="91440" tIns="45720" vert="horz" wrap="square"/>
          <a:p>
            <a:pPr eaLnBrk="1" hangingPunct="1"/>
            <a:r>
              <a:rPr altLang="en-US" b="1" dirty="0" lang="zh-CN">
                <a:latin typeface="黑体" panose="02010609060101010101" pitchFamily="49" charset="-122"/>
                <a:ea typeface="黑体" panose="02010609060101010101" pitchFamily="49" charset="-122"/>
              </a:rPr>
              <a:t>为什么要学习这门课？</a:t>
            </a:r>
            <a:endParaRPr altLang="en-US" b="1" dirty="0" lang="zh-CN">
              <a:latin typeface="黑体" panose="02010609060101010101" pitchFamily="49" charset="-122"/>
              <a:ea typeface="黑体" panose="02010609060101010101" pitchFamily="49" charset="-122"/>
            </a:endParaRPr>
          </a:p>
        </p:txBody>
      </p:sp>
      <p:pic>
        <p:nvPicPr>
          <p:cNvPr id="2097152" name="图片 6"/>
          <p:cNvPicPr>
            <a:picLocks noChangeAspect="1"/>
          </p:cNvPicPr>
          <p:nvPr/>
        </p:nvPicPr>
        <p:blipFill>
          <a:blip xmlns:r="http://schemas.openxmlformats.org/officeDocument/2006/relationships" r:embed="rId1"/>
          <a:srcRect b="15558"/>
          <a:stretch>
            <a:fillRect/>
          </a:stretch>
        </p:blipFill>
        <p:spPr>
          <a:xfrm>
            <a:off x="2366963" y="1293813"/>
            <a:ext cx="3889375" cy="2206625"/>
          </a:xfrm>
          <a:prstGeom prst="rect"/>
          <a:noFill/>
          <a:ln w="9525">
            <a:noFill/>
          </a:ln>
        </p:spPr>
      </p:pic>
      <p:sp>
        <p:nvSpPr>
          <p:cNvPr id="1048628" name="矩形 7"/>
          <p:cNvSpPr/>
          <p:nvPr/>
        </p:nvSpPr>
        <p:spPr>
          <a:xfrm>
            <a:off x="107950" y="3719513"/>
            <a:ext cx="8928100" cy="502919"/>
          </a:xfrm>
          <a:prstGeom prst="rect"/>
          <a:noFill/>
          <a:ln w="9525">
            <a:noFill/>
          </a:ln>
        </p:spPr>
        <p:txBody>
          <a:bodyPr>
            <a:spAutoFit/>
          </a:bodyPr>
          <a:p>
            <a:r>
              <a:rPr altLang="en-US" dirty="0" sz="2400" lang="zh-CN">
                <a:latin typeface="黑体" panose="02010609060101010101" pitchFamily="49" charset="-122"/>
                <a:ea typeface="黑体" panose="02010609060101010101" pitchFamily="49" charset="-122"/>
              </a:rPr>
              <a:t>以航空航天领域举例：</a:t>
            </a:r>
            <a:endParaRPr altLang="zh-CN" dirty="0" sz="2400" lang="en-US">
              <a:latin typeface="黑体" panose="02010609060101010101" pitchFamily="49" charset="-122"/>
              <a:ea typeface="黑体" panose="02010609060101010101" pitchFamily="49" charset="-122"/>
            </a:endParaRPr>
          </a:p>
        </p:txBody>
      </p:sp>
      <p:sp>
        <p:nvSpPr>
          <p:cNvPr id="1048629" name="矩形 8"/>
          <p:cNvSpPr/>
          <p:nvPr/>
        </p:nvSpPr>
        <p:spPr>
          <a:xfrm>
            <a:off x="457200" y="6280150"/>
            <a:ext cx="8107680" cy="502919"/>
          </a:xfrm>
          <a:prstGeom prst="rect"/>
          <a:solidFill>
            <a:srgbClr val="FFFF00"/>
          </a:solidFill>
          <a:ln w="9525">
            <a:noFill/>
          </a:ln>
        </p:spPr>
        <p:txBody>
          <a:bodyPr wrap="none">
            <a:spAutoFit/>
          </a:bodyPr>
          <a:p>
            <a:r>
              <a:rPr altLang="en-US" dirty="0" sz="2400" lang="zh-CN">
                <a:solidFill>
                  <a:srgbClr val="FF0000"/>
                </a:solidFill>
                <a:latin typeface="黑体" panose="02010609060101010101" pitchFamily="49" charset="-122"/>
                <a:ea typeface="黑体" panose="02010609060101010101" pitchFamily="49" charset="-122"/>
              </a:rPr>
              <a:t>由此可见，无损检测对于降低成本和确保安全性的重要作用</a:t>
            </a:r>
            <a:endParaRPr altLang="en-US" dirty="0" sz="2400" lang="zh-CN">
              <a:solidFill>
                <a:srgbClr val="FF0000"/>
              </a:solidFill>
              <a:latin typeface="黑体" panose="02010609060101010101" pitchFamily="49" charset="-122"/>
              <a:ea typeface="黑体" panose="02010609060101010101" pitchFamily="49" charset="-122"/>
            </a:endParaRPr>
          </a:p>
        </p:txBody>
      </p:sp>
      <p:sp>
        <p:nvSpPr>
          <p:cNvPr id="1048630" name="矩形 13"/>
          <p:cNvSpPr/>
          <p:nvPr/>
        </p:nvSpPr>
        <p:spPr>
          <a:xfrm>
            <a:off x="107950" y="4227513"/>
            <a:ext cx="8928100" cy="1325880"/>
          </a:xfrm>
          <a:prstGeom prst="rect"/>
          <a:noFill/>
          <a:ln w="9525">
            <a:noFill/>
          </a:ln>
        </p:spPr>
        <p:txBody>
          <a:bodyPr>
            <a:spAutoFit/>
          </a:bodyPr>
          <a:p>
            <a:r>
              <a:rPr altLang="en-US" dirty="0" sz="2400" lang="zh-CN">
                <a:latin typeface="黑体" panose="02010609060101010101" pitchFamily="49" charset="-122"/>
                <a:ea typeface="黑体" panose="02010609060101010101" pitchFamily="49" charset="-122"/>
              </a:rPr>
              <a:t>无损检测可检测飞机的所有部分出现的任何损伤，包括确定材料厚度、裂纹、腐蚀、复合材料的脱层和焊接缺陷等，同时也可检测整架飞机。</a:t>
            </a:r>
            <a:endParaRPr altLang="en-US" dirty="0" sz="2400" lang="zh-CN">
              <a:latin typeface="黑体" panose="02010609060101010101" pitchFamily="49" charset="-122"/>
              <a:ea typeface="黑体" panose="02010609060101010101" pitchFamily="49" charset="-122"/>
            </a:endParaRPr>
          </a:p>
        </p:txBody>
      </p:sp>
      <p:sp>
        <p:nvSpPr>
          <p:cNvPr id="1048631" name="矩形 14"/>
          <p:cNvSpPr/>
          <p:nvPr/>
        </p:nvSpPr>
        <p:spPr>
          <a:xfrm>
            <a:off x="107950" y="5387975"/>
            <a:ext cx="8928100" cy="914400"/>
          </a:xfrm>
          <a:prstGeom prst="rect"/>
          <a:noFill/>
          <a:ln w="9525">
            <a:noFill/>
          </a:ln>
        </p:spPr>
        <p:txBody>
          <a:bodyPr>
            <a:spAutoFit/>
          </a:bodyPr>
          <a:p>
            <a:r>
              <a:rPr altLang="en-US" dirty="0" sz="2400" lang="zh-CN">
                <a:latin typeface="黑体" panose="02010609060101010101" pitchFamily="49" charset="-122"/>
                <a:ea typeface="黑体" panose="02010609060101010101" pitchFamily="49" charset="-122"/>
              </a:rPr>
              <a:t>统计数据显示，用于机体的无损检测占民用飞机无损检测的</a:t>
            </a:r>
            <a:r>
              <a:rPr altLang="zh-CN" dirty="0" sz="2400" lang="en-US">
                <a:latin typeface="黑体" panose="02010609060101010101" pitchFamily="49" charset="-122"/>
                <a:ea typeface="黑体" panose="02010609060101010101" pitchFamily="49" charset="-122"/>
              </a:rPr>
              <a:t>70%~80%</a:t>
            </a:r>
            <a:r>
              <a:rPr altLang="en-US" dirty="0" sz="2400" lang="zh-CN">
                <a:latin typeface="黑体" panose="02010609060101010101" pitchFamily="49" charset="-122"/>
                <a:ea typeface="黑体" panose="02010609060101010101" pitchFamily="49" charset="-122"/>
              </a:rPr>
              <a:t>，剩余</a:t>
            </a:r>
            <a:r>
              <a:rPr altLang="zh-CN" dirty="0" sz="2400" lang="en-US">
                <a:latin typeface="黑体" panose="02010609060101010101" pitchFamily="49" charset="-122"/>
                <a:ea typeface="黑体" panose="02010609060101010101" pitchFamily="49" charset="-122"/>
              </a:rPr>
              <a:t>20%</a:t>
            </a:r>
            <a:r>
              <a:rPr altLang="en-US" dirty="0" sz="2400" lang="zh-CN">
                <a:latin typeface="黑体" panose="02010609060101010101" pitchFamily="49" charset="-122"/>
                <a:ea typeface="黑体" panose="02010609060101010101" pitchFamily="49" charset="-122"/>
              </a:rPr>
              <a:t>左右的检测是用于发动机和其他相关部件。</a:t>
            </a:r>
            <a:endParaRPr altLang="en-US" dirty="0" sz="2400" lang="zh-CN">
              <a:latin typeface="黑体" panose="02010609060101010101" pitchFamily="49" charset="-122"/>
              <a:ea typeface="黑体" panose="02010609060101010101" pitchFamily="49" charset="-122"/>
            </a:endParaRPr>
          </a:p>
        </p:txBody>
      </p:sp>
    </p:spTree>
  </p:cSld>
  <p:clrMapOvr>
    <a:masterClrMapping/>
  </p:clrMapOvr>
  <p:transition>
    <p:cover dir="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 presetSubtype="16">
                                  <p:stCondLst>
                                    <p:cond delay="0"/>
                                  </p:stCondLst>
                                  <p:childTnLst>
                                    <p:set>
                                      <p:cBhvr>
                                        <p:cTn dur="1" fill="hold" id="6">
                                          <p:stCondLst>
                                            <p:cond delay="0"/>
                                          </p:stCondLst>
                                        </p:cTn>
                                        <p:tgtEl>
                                          <p:spTgt spid="1048627"/>
                                        </p:tgtEl>
                                        <p:attrNameLst>
                                          <p:attrName>style.visibility</p:attrName>
                                        </p:attrNameLst>
                                      </p:cBhvr>
                                      <p:to>
                                        <p:strVal val="visible"/>
                                      </p:to>
                                    </p:set>
                                    <p:animEffect transition="in" filter="box(in)">
                                      <p:cBhvr>
                                        <p:cTn dur="500" id="7"/>
                                        <p:tgtEl>
                                          <p:spTgt spid="1048627"/>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 presetSubtype="0">
                                  <p:stCondLst>
                                    <p:cond delay="0"/>
                                  </p:stCondLst>
                                  <p:childTnLst>
                                    <p:set>
                                      <p:cBhvr>
                                        <p:cTn dur="1" fill="hold" id="11">
                                          <p:stCondLst>
                                            <p:cond delay="0"/>
                                          </p:stCondLst>
                                        </p:cTn>
                                        <p:tgtEl>
                                          <p:spTgt spid="2097152"/>
                                        </p:tgtEl>
                                        <p:attrNameLst>
                                          <p:attrName>style.visibility</p:attrName>
                                        </p:attrNameLst>
                                      </p:cBhvr>
                                      <p:to>
                                        <p:strVal val="visible"/>
                                      </p:to>
                                    </p:set>
                                  </p:childTnLst>
                                </p:cTn>
                              </p:par>
                            </p:childTnLst>
                          </p:cTn>
                        </p:par>
                      </p:childTnLst>
                    </p:cTn>
                  </p:par>
                  <p:par>
                    <p:cTn fill="hold" id="12">
                      <p:stCondLst>
                        <p:cond delay="indefinite"/>
                      </p:stCondLst>
                      <p:childTnLst>
                        <p:par>
                          <p:cTn fill="hold" id="13">
                            <p:stCondLst>
                              <p:cond delay="0"/>
                            </p:stCondLst>
                            <p:childTnLst>
                              <p:par>
                                <p:cTn fill="hold" grpId="0" id="14" nodeType="clickEffect" presetClass="entr" presetID="1" presetSubtype="0">
                                  <p:stCondLst>
                                    <p:cond delay="0"/>
                                  </p:stCondLst>
                                  <p:childTnLst>
                                    <p:set>
                                      <p:cBhvr>
                                        <p:cTn dur="1" fill="hold" id="15">
                                          <p:stCondLst>
                                            <p:cond delay="0"/>
                                          </p:stCondLst>
                                        </p:cTn>
                                        <p:tgtEl>
                                          <p:spTgt spid="1048628"/>
                                        </p:tgtEl>
                                        <p:attrNameLst>
                                          <p:attrName>style.visibility</p:attrName>
                                        </p:attrNameLst>
                                      </p:cBhvr>
                                      <p:to>
                                        <p:strVal val="visible"/>
                                      </p:to>
                                    </p:set>
                                  </p:childTnLst>
                                </p:cTn>
                              </p:par>
                            </p:childTnLst>
                          </p:cTn>
                        </p:par>
                      </p:childTnLst>
                    </p:cTn>
                  </p:par>
                  <p:par>
                    <p:cTn fill="hold" id="16">
                      <p:stCondLst>
                        <p:cond delay="indefinite"/>
                      </p:stCondLst>
                      <p:childTnLst>
                        <p:par>
                          <p:cTn fill="hold" id="17">
                            <p:stCondLst>
                              <p:cond delay="0"/>
                            </p:stCondLst>
                            <p:childTnLst>
                              <p:par>
                                <p:cTn fill="hold" grpId="0" id="18" nodeType="clickEffect" presetClass="entr" presetID="1" presetSubtype="0">
                                  <p:stCondLst>
                                    <p:cond delay="0"/>
                                  </p:stCondLst>
                                  <p:childTnLst>
                                    <p:set>
                                      <p:cBhvr>
                                        <p:cTn dur="1" fill="hold" id="19">
                                          <p:stCondLst>
                                            <p:cond delay="0"/>
                                          </p:stCondLst>
                                        </p:cTn>
                                        <p:tgtEl>
                                          <p:spTgt spid="1048630"/>
                                        </p:tgtEl>
                                        <p:attrNameLst>
                                          <p:attrName>style.visibility</p:attrName>
                                        </p:attrNameLst>
                                      </p:cBhvr>
                                      <p:to>
                                        <p:strVal val="visible"/>
                                      </p:to>
                                    </p:se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1" presetSubtype="0">
                                  <p:stCondLst>
                                    <p:cond delay="0"/>
                                  </p:stCondLst>
                                  <p:childTnLst>
                                    <p:set>
                                      <p:cBhvr>
                                        <p:cTn dur="1" fill="hold" id="23">
                                          <p:stCondLst>
                                            <p:cond delay="0"/>
                                          </p:stCondLst>
                                        </p:cTn>
                                        <p:tgtEl>
                                          <p:spTgt spid="1048631"/>
                                        </p:tgtEl>
                                        <p:attrNameLst>
                                          <p:attrName>style.visibility</p:attrName>
                                        </p:attrNameLst>
                                      </p:cBhvr>
                                      <p:to>
                                        <p:strVal val="visible"/>
                                      </p:to>
                                    </p:set>
                                  </p:childTnLst>
                                </p:cTn>
                              </p:par>
                            </p:childTnLst>
                          </p:cTn>
                        </p:par>
                      </p:childTnLst>
                    </p:cTn>
                  </p:par>
                  <p:par>
                    <p:cTn fill="hold" id="24">
                      <p:stCondLst>
                        <p:cond delay="indefinite"/>
                      </p:stCondLst>
                      <p:childTnLst>
                        <p:par>
                          <p:cTn fill="hold" id="25">
                            <p:stCondLst>
                              <p:cond delay="0"/>
                            </p:stCondLst>
                            <p:childTnLst>
                              <p:par>
                                <p:cTn fill="hold" grpId="0" id="26" nodeType="clickEffect" presetClass="entr" presetID="1" presetSubtype="0">
                                  <p:stCondLst>
                                    <p:cond delay="0"/>
                                  </p:stCondLst>
                                  <p:childTnLst>
                                    <p:set>
                                      <p:cBhvr>
                                        <p:cTn dur="1" fill="hold" id="27">
                                          <p:stCondLst>
                                            <p:cond delay="0"/>
                                          </p:stCondLst>
                                        </p:cTn>
                                        <p:tgtEl>
                                          <p:spTgt spid="1048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7" grpId="0"/>
      <p:bldP spid="1048628" grpId="0"/>
      <p:bldP spid="1048629" grpId="0" animBg="1"/>
      <p:bldP spid="1048630" grpId="0"/>
      <p:bldP spid="10486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p:grpSpPr>
      <p:sp>
        <p:nvSpPr>
          <p:cNvPr id="1048632" name="内容占位符 2"/>
          <p:cNvSpPr>
            <a:spLocks noGrp="1" noChangeArrowheads="1"/>
          </p:cNvSpPr>
          <p:nvPr>
            <p:ph idx="1"/>
          </p:nvPr>
        </p:nvSpPr>
        <p:spPr/>
        <p:txBody>
          <a:bodyPr anchor="t" anchorCtr="0" bIns="45720" compatLnSpc="1" lIns="91440" numCol="1" rIns="91440" tIns="45720" vert="horz" wrap="square"/>
          <a:p>
            <a:pPr algn="l"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3200" i="0" kern="0" kumimoji="0" lang="zh-CN" noProof="0" normalizeH="0" spc="0" strike="noStrike" u="none">
                <a:ln>
                  <a:noFill/>
                </a:ln>
                <a:solidFill>
                  <a:srgbClr val="6600CC"/>
                </a:solidFill>
                <a:effectLst/>
                <a:uLnTx/>
                <a:uFillTx/>
                <a:latin typeface="黑体" panose="02010609060101010101" pitchFamily="49" charset="-122"/>
                <a:ea typeface="黑体" panose="02010609060101010101" pitchFamily="49" charset="-122"/>
                <a:cs typeface="+mn-cs"/>
              </a:rPr>
              <a:t>美国总统里根：</a:t>
            </a:r>
            <a:endParaRPr altLang="zh-CN" baseline="0" b="1" cap="none" dirty="0" sz="3200" i="0" kern="0" kumimoji="0" lang="en-US" noProof="0" normalizeH="0" spc="0" strike="noStrike" u="none">
              <a:ln>
                <a:noFill/>
              </a:ln>
              <a:solidFill>
                <a:srgbClr val="6600CC"/>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rgbClr val="6600CC"/>
                </a:solidFill>
                <a:effectLst/>
                <a:uLnTx/>
                <a:uFillTx/>
                <a:latin typeface="黑体" panose="02010609060101010101" pitchFamily="49" charset="-122"/>
                <a:ea typeface="黑体" panose="02010609060101010101" pitchFamily="49" charset="-122"/>
                <a:cs typeface="+mn-cs"/>
              </a:rPr>
              <a:t>没有无损检测，美国就不可能享有目前在飞机、 船舶和汽车等众多领域和其他领域的领先地位 。</a:t>
            </a:r>
            <a:endParaRPr altLang="en-US" baseline="0" b="1" cap="none" dirty="0" sz="3200" i="0" kern="0" kumimoji="0" lang="zh-CN" noProof="0" normalizeH="0" spc="0" strike="noStrike" u="none">
              <a:ln>
                <a:noFill/>
              </a:ln>
              <a:solidFill>
                <a:srgbClr val="6600CC"/>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endParaRPr altLang="en-US" baseline="0" b="0"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048633" name="灯片编号占位符 3"/>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6</a:t>
            </a:fld>
            <a:endParaRPr altLang="zh-CN" dirty="0" sz="1200" lang="en-US">
              <a:latin typeface="Arial Black" panose="020B0A04020102020204" pitchFamily="34" charset="0"/>
            </a:endParaRPr>
          </a:p>
        </p:txBody>
      </p:sp>
      <p:sp>
        <p:nvSpPr>
          <p:cNvPr id="1048634" name="日期占位符 4"/>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p:grpSpPr>
      <p:sp>
        <p:nvSpPr>
          <p:cNvPr id="1048635" name="标题 1"/>
          <p:cNvSpPr>
            <a:spLocks noGrp="1"/>
          </p:cNvSpPr>
          <p:nvPr>
            <p:ph type="title"/>
          </p:nvPr>
        </p:nvSpPr>
        <p:spPr>
          <a:xfrm>
            <a:off x="542925" y="1171575"/>
            <a:ext cx="7886700" cy="581025"/>
          </a:xfrm>
        </p:spPr>
        <p:txBody>
          <a:bodyPr anchor="ctr" anchorCtr="0" bIns="45720" compatLnSpc="1" lIns="91440" numCol="1" rIns="91440" tIns="45720" vert="horz" wrap="square">
            <a:normAutofit fontScale="90625"/>
          </a:bodyPr>
          <a:p>
            <a:pPr algn="l" defTabSz="914400" eaLnBrk="0" fontAlgn="base" hangingPunct="0" indent="0" latinLnBrk="0" lvl="0" marL="0" marR="0" rtl="0">
              <a:lnSpc>
                <a:spcPct val="100000"/>
              </a:lnSpc>
              <a:spcBef>
                <a:spcPct val="0"/>
              </a:spcBef>
              <a:spcAft>
                <a:spcPct val="0"/>
              </a:spcAft>
              <a:buClrTx/>
              <a:buSzTx/>
              <a:buFontTx/>
              <a:buNone/>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我国无损检测发展</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graphicFrame>
        <p:nvGraphicFramePr>
          <p:cNvPr id="4194304" name="内容占位符 3"/>
          <p:cNvGraphicFramePr>
            <a:graphicFrameLocks noGrp="1"/>
          </p:cNvGraphicFramePr>
          <p:nvPr>
            <p:ph idx="1"/>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
        <p:nvSpPr>
          <p:cNvPr id="1048636" name="圆角矩形 4"/>
          <p:cNvSpPr/>
          <p:nvPr/>
        </p:nvSpPr>
        <p:spPr>
          <a:xfrm>
            <a:off x="5219700" y="4262438"/>
            <a:ext cx="3097213" cy="1749425"/>
          </a:xfrm>
          <a:prstGeom prst="roundRect"/>
          <a:noFill/>
        </p:spPr>
        <p:style>
          <a:lnRef idx="2">
            <a:schemeClr val="accent1">
              <a:shade val="50000"/>
            </a:schemeClr>
          </a:lnRef>
          <a:fillRef idx="1">
            <a:schemeClr val="accent1"/>
          </a:fillRef>
          <a:effectRef idx="0">
            <a:schemeClr val="accent1"/>
          </a:effectRef>
          <a:fontRef idx="minor">
            <a:schemeClr val="lt1"/>
          </a:fontRef>
        </p:style>
        <p:txBody>
          <a:bodyPr anchor="ctr"/>
          <a:p>
            <a:pPr algn="l" defTabSz="914400" eaLnBrk="0" fontAlgn="base" hangingPunct="0" indent="0" latinLnBrk="0" lvl="0" marL="0" marR="0" rtl="0">
              <a:lnSpc>
                <a:spcPct val="100000"/>
              </a:lnSpc>
              <a:spcBef>
                <a:spcPct val="0"/>
              </a:spcBef>
              <a:spcAft>
                <a:spcPct val="0"/>
              </a:spcAft>
              <a:buClrTx/>
              <a:buSzTx/>
              <a:buFontTx/>
              <a:buNone/>
            </a:pPr>
            <a:r>
              <a:rPr altLang="zh-CN" baseline="0" b="0" cap="none" dirty="0" sz="2000" i="0" kern="1200" kumimoji="0" lang="en-US" noProof="0" normalizeH="0" spc="0" strike="noStrike" u="none">
                <a:ln>
                  <a:noFill/>
                </a:ln>
                <a:solidFill>
                  <a:schemeClr val="tx1"/>
                </a:solidFill>
                <a:effectLst/>
                <a:uLnTx/>
                <a:uFillTx/>
                <a:latin typeface="Adobe 黑体 Std R" pitchFamily="34" charset="-122"/>
                <a:ea typeface="Adobe 黑体 Std R" pitchFamily="34" charset="-122"/>
                <a:cs typeface="+mn-cs"/>
              </a:rPr>
              <a:t>1989</a:t>
            </a:r>
            <a:r>
              <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年中德实现无损检测人员资格互认，</a:t>
            </a:r>
            <a:r>
              <a:rPr altLang="zh-CN" baseline="0" b="0" cap="none" dirty="0" sz="2000" i="0" kern="1200" kumimoji="0" lang="en-US" noProof="0" normalizeH="0" spc="0" strike="noStrike" u="none">
                <a:ln>
                  <a:noFill/>
                </a:ln>
                <a:solidFill>
                  <a:schemeClr val="tx1"/>
                </a:solidFill>
                <a:effectLst/>
                <a:uLnTx/>
                <a:uFillTx/>
                <a:latin typeface="Adobe 黑体 Std R" pitchFamily="34" charset="-122"/>
                <a:ea typeface="Adobe 黑体 Std R" pitchFamily="34" charset="-122"/>
                <a:cs typeface="+mn-cs"/>
              </a:rPr>
              <a:t>2009</a:t>
            </a:r>
            <a:r>
              <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年获得欧盟体系互认，</a:t>
            </a:r>
            <a:r>
              <a:rPr altLang="zh-CN" baseline="0" b="0" cap="none" dirty="0" sz="2000" i="0" kern="1200" kumimoji="0" lang="en-US" noProof="0" normalizeH="0" spc="0" strike="noStrike" u="none">
                <a:ln>
                  <a:noFill/>
                </a:ln>
                <a:solidFill>
                  <a:schemeClr val="tx1"/>
                </a:solidFill>
                <a:effectLst/>
                <a:uLnTx/>
                <a:uFillTx/>
                <a:latin typeface="Adobe 黑体 Std R" pitchFamily="34" charset="-122"/>
                <a:ea typeface="Adobe 黑体 Std R" pitchFamily="34" charset="-122"/>
                <a:cs typeface="+mn-cs"/>
              </a:rPr>
              <a:t>2015</a:t>
            </a:r>
            <a:r>
              <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年实现国际无损检测委员会体系互认。</a:t>
            </a:r>
            <a:endPar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endParaRPr>
          </a:p>
        </p:txBody>
      </p:sp>
      <p:sp>
        <p:nvSpPr>
          <p:cNvPr id="1048637" name="圆角矩形 5"/>
          <p:cNvSpPr/>
          <p:nvPr/>
        </p:nvSpPr>
        <p:spPr>
          <a:xfrm>
            <a:off x="3935413" y="1725613"/>
            <a:ext cx="2736850" cy="1677988"/>
          </a:xfrm>
          <a:prstGeom prst="roundRect"/>
          <a:noFill/>
        </p:spPr>
        <p:style>
          <a:lnRef idx="2">
            <a:schemeClr val="accent1">
              <a:shade val="50000"/>
            </a:schemeClr>
          </a:lnRef>
          <a:fillRef idx="1">
            <a:schemeClr val="accent1"/>
          </a:fillRef>
          <a:effectRef idx="0">
            <a:schemeClr val="accent1"/>
          </a:effectRef>
          <a:fontRef idx="minor">
            <a:schemeClr val="lt1"/>
          </a:fontRef>
        </p:style>
        <p:txBody>
          <a:bodyPr anchor="ctr"/>
          <a:p>
            <a:pPr algn="l" defTabSz="914400" eaLnBrk="0" fontAlgn="base" hangingPunct="0" indent="0" latinLnBrk="0" lvl="0" marL="0" marR="0" rtl="0">
              <a:lnSpc>
                <a:spcPct val="100000"/>
              </a:lnSpc>
              <a:spcBef>
                <a:spcPct val="0"/>
              </a:spcBef>
              <a:spcAft>
                <a:spcPct val="0"/>
              </a:spcAft>
              <a:buClrTx/>
              <a:buSzTx/>
              <a:buFontTx/>
              <a:buNone/>
            </a:pPr>
            <a:r>
              <a:rPr altLang="zh-CN" baseline="0" b="0" cap="none" dirty="0" sz="1500" i="0" kern="1200" kumimoji="0" lang="zh-CN" noProof="0" normalizeH="0" spc="0" strike="noStrike" u="none">
                <a:ln>
                  <a:noFill/>
                </a:ln>
                <a:solidFill>
                  <a:schemeClr val="lt1"/>
                </a:solidFill>
                <a:effectLst/>
                <a:uLnTx/>
                <a:uFillTx/>
                <a:latin typeface="+mn-lt"/>
                <a:ea typeface="+mn-ea"/>
                <a:cs typeface="+mn-cs"/>
              </a:rPr>
              <a:t>”</a:t>
            </a:r>
            <a:r>
              <a:rPr altLang="zh-CN" baseline="0" b="0" cap="none" dirty="0" sz="1500" i="0" kern="1200" kumimoji="0" lang="en-US" noProof="0" normalizeH="0" spc="0" strike="noStrike" u="none">
                <a:ln>
                  <a:noFill/>
                </a:ln>
                <a:solidFill>
                  <a:schemeClr val="tx1"/>
                </a:solidFill>
                <a:effectLst/>
                <a:uLnTx/>
                <a:uFillTx/>
                <a:latin typeface="+mn-lt"/>
                <a:ea typeface="+mn-ea"/>
                <a:cs typeface="+mn-cs"/>
              </a:rPr>
              <a:t> </a:t>
            </a:r>
            <a:r>
              <a:rPr altLang="zh-CN" baseline="0" b="0" cap="none" dirty="0" sz="2000" i="0" kern="1200" kumimoji="0" lang="en-US" noProof="0" normalizeH="0" spc="0" strike="noStrike" u="none">
                <a:ln>
                  <a:noFill/>
                </a:ln>
                <a:solidFill>
                  <a:schemeClr val="tx1"/>
                </a:solidFill>
                <a:effectLst/>
                <a:uLnTx/>
                <a:uFillTx/>
                <a:latin typeface="Adobe 黑体 Std R" pitchFamily="34" charset="-122"/>
                <a:ea typeface="Adobe 黑体 Std R" pitchFamily="34" charset="-122"/>
                <a:cs typeface="+mn-cs"/>
              </a:rPr>
              <a:t>1988</a:t>
            </a:r>
            <a:r>
              <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年中国无损检测学会通过了“无损检测人员技术资格鉴定通则</a:t>
            </a:r>
            <a:r>
              <a:rPr altLang="en-US"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a:t>
            </a:r>
            <a:r>
              <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a:t>
            </a:r>
            <a:endPar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endParaRPr>
          </a:p>
        </p:txBody>
      </p:sp>
      <p:sp>
        <p:nvSpPr>
          <p:cNvPr id="1048638" name="圆角矩形 9"/>
          <p:cNvSpPr/>
          <p:nvPr/>
        </p:nvSpPr>
        <p:spPr>
          <a:xfrm>
            <a:off x="1577975" y="4257675"/>
            <a:ext cx="3209925" cy="1763713"/>
          </a:xfrm>
          <a:prstGeom prst="roundRect"/>
          <a:noFill/>
        </p:spPr>
        <p:style>
          <a:lnRef idx="2">
            <a:schemeClr val="accent1">
              <a:shade val="50000"/>
            </a:schemeClr>
          </a:lnRef>
          <a:fillRef idx="1">
            <a:schemeClr val="accent1"/>
          </a:fillRef>
          <a:effectRef idx="0">
            <a:schemeClr val="accent1"/>
          </a:effectRef>
          <a:fontRef idx="minor">
            <a:schemeClr val="lt1"/>
          </a:fontRef>
        </p:style>
        <p:txBody>
          <a:bodyPr anchor="ctr"/>
          <a:p>
            <a:pPr algn="l" defTabSz="914400" eaLnBrk="0" fontAlgn="base" hangingPunct="0" indent="0" latinLnBrk="0" lvl="0" marL="0" marR="0" rtl="0">
              <a:lnSpc>
                <a:spcPct val="100000"/>
              </a:lnSpc>
              <a:spcBef>
                <a:spcPct val="0"/>
              </a:spcBef>
              <a:spcAft>
                <a:spcPct val="0"/>
              </a:spcAft>
              <a:buClrTx/>
              <a:buSzTx/>
              <a:buFontTx/>
              <a:buNone/>
            </a:pPr>
            <a:r>
              <a:rPr altLang="zh-CN" baseline="0" b="0" cap="none" dirty="0" sz="2000" i="0" kern="1200" kumimoji="0" lang="en-US" noProof="0" normalizeH="0" spc="0" strike="noStrike" u="none">
                <a:ln>
                  <a:noFill/>
                </a:ln>
                <a:solidFill>
                  <a:schemeClr val="tx1"/>
                </a:solidFill>
                <a:effectLst/>
                <a:uLnTx/>
                <a:uFillTx/>
                <a:latin typeface="Adobe 黑体 Std R" pitchFamily="34" charset="-122"/>
                <a:ea typeface="Adobe 黑体 Std R" pitchFamily="34" charset="-122"/>
                <a:cs typeface="+mn-cs"/>
              </a:rPr>
              <a:t>1982</a:t>
            </a:r>
            <a:r>
              <a:rPr altLang="en-US"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年南昌航空工业学院首先开办“ 无损检测” 本科专业。</a:t>
            </a:r>
            <a:r>
              <a:rPr altLang="en-US" baseline="0" b="0" cap="none" sz="2000" i="0" kern="1200" kumimoji="0" lang="zh-CN" noProof="1" normalizeH="0" spc="0" strike="noStrike" u="none">
                <a:ln>
                  <a:noFill/>
                </a:ln>
                <a:solidFill>
                  <a:schemeClr val="tx1"/>
                </a:solidFill>
                <a:effectLst/>
                <a:uLnTx/>
                <a:uFillTx/>
                <a:latin typeface="Adobe 黑体 Std R" pitchFamily="34" charset="-122"/>
                <a:ea typeface="Adobe 黑体 Std R" pitchFamily="34" charset="-122"/>
                <a:cs typeface="+mn-cs"/>
              </a:rPr>
              <a:t>我国无损检测高等教育揭开了新的一页。</a:t>
            </a:r>
            <a:endParaRPr altLang="en-US"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endParaRPr>
          </a:p>
        </p:txBody>
      </p:sp>
      <p:sp>
        <p:nvSpPr>
          <p:cNvPr id="1048639" name="圆角矩形 10"/>
          <p:cNvSpPr/>
          <p:nvPr/>
        </p:nvSpPr>
        <p:spPr>
          <a:xfrm>
            <a:off x="395288" y="1752600"/>
            <a:ext cx="2736850" cy="1676400"/>
          </a:xfrm>
          <a:prstGeom prst="roundRect"/>
          <a:noFill/>
        </p:spPr>
        <p:style>
          <a:lnRef idx="2">
            <a:schemeClr val="accent1">
              <a:shade val="50000"/>
            </a:schemeClr>
          </a:lnRef>
          <a:fillRef idx="1">
            <a:schemeClr val="accent1"/>
          </a:fillRef>
          <a:effectRef idx="0">
            <a:schemeClr val="accent1"/>
          </a:effectRef>
          <a:fontRef idx="minor">
            <a:schemeClr val="lt1"/>
          </a:fontRef>
        </p:style>
        <p:txBody>
          <a:bodyPr anchor="ctr"/>
          <a:p>
            <a:pPr algn="l" defTabSz="914400" eaLnBrk="0" fontAlgn="base" hangingPunct="0" indent="0" latinLnBrk="0" lvl="0" marL="0" marR="0" rtl="0">
              <a:lnSpc>
                <a:spcPct val="100000"/>
              </a:lnSpc>
              <a:spcBef>
                <a:spcPct val="0"/>
              </a:spcBef>
              <a:spcAft>
                <a:spcPct val="0"/>
              </a:spcAft>
              <a:buClrTx/>
              <a:buSzTx/>
              <a:buFontTx/>
              <a:buNone/>
            </a:pPr>
            <a:r>
              <a:rPr altLang="zh-CN" baseline="0" b="0" cap="none" dirty="0" sz="2000" i="0" kern="1200" kumimoji="0" lang="en-US" noProof="0" normalizeH="0" spc="0" strike="noStrike" u="none">
                <a:ln>
                  <a:noFill/>
                </a:ln>
                <a:solidFill>
                  <a:schemeClr val="tx1"/>
                </a:solidFill>
                <a:effectLst/>
                <a:uLnTx/>
                <a:uFillTx/>
                <a:latin typeface="Adobe 黑体 Std R" pitchFamily="34" charset="-122"/>
                <a:ea typeface="Adobe 黑体 Std R" pitchFamily="34" charset="-122"/>
                <a:cs typeface="+mn-cs"/>
              </a:rPr>
              <a:t>1978</a:t>
            </a:r>
            <a:r>
              <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rPr>
              <a:t>年中国无损检测学会成立，中国第一个“技术资格鉴定委员会会”同时成立。</a:t>
            </a:r>
            <a:endParaRPr altLang="zh-CN" baseline="0" b="0" cap="none" dirty="0" sz="2000" i="0" kern="1200" kumimoji="0" lang="zh-CN" noProof="0" normalizeH="0" spc="0" strike="noStrike" u="none">
              <a:ln>
                <a:noFill/>
              </a:ln>
              <a:solidFill>
                <a:schemeClr val="tx1"/>
              </a:solidFill>
              <a:effectLst/>
              <a:uLnTx/>
              <a:uFillTx/>
              <a:latin typeface="Adobe 黑体 Std R" pitchFamily="34" charset="-122"/>
              <a:ea typeface="Adobe 黑体 Std R" pitchFamily="3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p:grpSpPr>
      <p:sp>
        <p:nvSpPr>
          <p:cNvPr id="1048640"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8</a:t>
            </a:fld>
            <a:endParaRPr altLang="zh-CN" dirty="0" sz="1200" lang="en-US">
              <a:latin typeface="Arial Black" panose="020B0A04020102020204" pitchFamily="34" charset="0"/>
            </a:endParaRPr>
          </a:p>
        </p:txBody>
      </p:sp>
      <p:sp>
        <p:nvSpPr>
          <p:cNvPr id="1048641"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42" name="Rectangle 8"/>
          <p:cNvSpPr/>
          <p:nvPr/>
        </p:nvSpPr>
        <p:spPr>
          <a:xfrm>
            <a:off x="1258888" y="2924175"/>
            <a:ext cx="2879725" cy="504825"/>
          </a:xfrm>
          <a:prstGeom prst="rect"/>
          <a:solidFill>
            <a:srgbClr val="FF0000"/>
          </a:solidFill>
          <a:ln w="9525" cap="flat" cmpd="sng">
            <a:solidFill>
              <a:schemeClr val="tx1"/>
            </a:solidFill>
            <a:prstDash val="solid"/>
            <a:miter/>
            <a:headEnd type="none" w="med" len="med"/>
            <a:tailEnd type="none" w="med" len="med"/>
          </a:ln>
        </p:spPr>
        <p:txBody>
          <a:bodyPr anchor="ctr" wrap="none"/>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0"/>
              </a:spcBef>
              <a:buClrTx/>
              <a:buSzTx/>
              <a:buFontTx/>
              <a:buNone/>
            </a:pPr>
            <a:endParaRPr altLang="en-US" dirty="0" sz="1800" lang="zh-CN"/>
          </a:p>
        </p:txBody>
      </p:sp>
      <p:sp>
        <p:nvSpPr>
          <p:cNvPr id="1048643" name="Rectangle 4"/>
          <p:cNvSpPr>
            <a:spLocks noGrp="1" noChangeArrowheads="1"/>
          </p:cNvSpPr>
          <p:nvPr>
            <p:ph idx="1"/>
          </p:nvPr>
        </p:nvSpPr>
        <p:spPr>
          <a:xfrm>
            <a:off x="323850" y="1844675"/>
            <a:ext cx="8820150" cy="792163"/>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无损检测的定义</a:t>
            </a:r>
            <a:r>
              <a:rPr altLang="zh-CN" baseline="0" b="1" cap="none" dirty="0" sz="28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a:t>
            </a:r>
            <a:r>
              <a:rPr altLang="zh-CN" baseline="0" b="1" cap="none" dirty="0" sz="2800" i="0" kern="0" kumimoji="0" lang="en-US" noProof="0" normalizeH="0" spc="0" strike="noStrike" u="none">
                <a:ln>
                  <a:noFill/>
                </a:ln>
                <a:solidFill>
                  <a:schemeClr val="tx1"/>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Nondestructive testing</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endPar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048644" name="Text Box 7"/>
          <p:cNvSpPr txBox="1"/>
          <p:nvPr/>
        </p:nvSpPr>
        <p:spPr>
          <a:xfrm>
            <a:off x="827088" y="2924175"/>
            <a:ext cx="7920037" cy="2606041"/>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en-US" b="1" dirty="0" sz="2800" lang="zh-CN">
                <a:ea typeface="仿宋_GB2312" pitchFamily="49" charset="-122"/>
              </a:rPr>
              <a:t>在不损伤被检测对象的条件下，利用材料内部结构异常或缺陷存在所引起的对</a:t>
            </a:r>
            <a:r>
              <a:rPr altLang="en-US" b="1" dirty="0" sz="2800" lang="zh-CN">
                <a:solidFill>
                  <a:srgbClr val="FF0000"/>
                </a:solidFill>
                <a:ea typeface="仿宋_GB2312" pitchFamily="49" charset="-122"/>
              </a:rPr>
              <a:t>热、声、光、电、磁</a:t>
            </a:r>
            <a:r>
              <a:rPr altLang="en-US" b="1" dirty="0" sz="2800" lang="zh-CN">
                <a:ea typeface="仿宋_GB2312" pitchFamily="49" charset="-122"/>
              </a:rPr>
              <a:t>等反应的变化，来探测各种工程材料、零部件、结构件等内部和表面缺陷，并对</a:t>
            </a:r>
            <a:r>
              <a:rPr altLang="en-US" b="1" dirty="0" sz="2800" lang="zh-CN">
                <a:solidFill>
                  <a:srgbClr val="FF0000"/>
                </a:solidFill>
                <a:ea typeface="仿宋_GB2312" pitchFamily="49" charset="-122"/>
              </a:rPr>
              <a:t>缺陷类型、性质、数量、形状、位置、尺寸、分布及其变化</a:t>
            </a:r>
            <a:r>
              <a:rPr altLang="en-US" b="1" dirty="0" sz="2800" lang="zh-CN">
                <a:ea typeface="仿宋_GB2312" pitchFamily="49" charset="-122"/>
              </a:rPr>
              <a:t>作出判断和评价。</a:t>
            </a:r>
            <a:endParaRPr altLang="en-US" b="1" dirty="0" sz="2800" lang="zh-CN">
              <a:ea typeface="仿宋_GB2312" pitchFamily="49" charset="-122"/>
            </a:endParaRPr>
          </a:p>
        </p:txBody>
      </p:sp>
      <p:sp>
        <p:nvSpPr>
          <p:cNvPr id="1048645" name="AutoShape 9"/>
          <p:cNvSpPr>
            <a:spLocks noChangeArrowheads="1"/>
          </p:cNvSpPr>
          <p:nvPr/>
        </p:nvSpPr>
        <p:spPr bwMode="auto">
          <a:xfrm>
            <a:off x="4067175" y="2276475"/>
            <a:ext cx="1728788" cy="792163"/>
          </a:xfrm>
          <a:prstGeom prst="wedgeEllipseCallout">
            <a:avLst>
              <a:gd name="adj1" fmla="val -71486"/>
              <a:gd name="adj2" fmla="val 32162"/>
            </a:avLst>
          </a:prstGeom>
          <a:solidFill>
            <a:schemeClr val="accent1"/>
          </a:solidFill>
          <a:ln w="9525">
            <a:solidFill>
              <a:schemeClr val="tx1"/>
            </a:solidFill>
            <a:miter lim="800000"/>
          </a:ln>
          <a:effectLst/>
        </p:spPr>
        <p:txBody>
          <a:bodyPr/>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sz="2800" i="0" kern="1200" kumimoji="0" lang="zh-CN" noProof="0" normalizeH="0" spc="0" strike="noStrike" u="none">
                <a:ln>
                  <a:noFill/>
                </a:ln>
                <a:solidFill>
                  <a:schemeClr val="tx1"/>
                </a:solidFill>
                <a:effectLst>
                  <a:outerShdw algn="tl" blurRad="38100" dir="2700000" dist="38100">
                    <a:srgbClr val="FFFFFF"/>
                  </a:outerShdw>
                </a:effectLst>
                <a:uLnTx/>
                <a:uFillTx/>
                <a:latin typeface="Arial" panose="020B0604020202020204" pitchFamily="34" charset="0"/>
                <a:ea typeface="仿宋_GB2312" pitchFamily="49" charset="-122"/>
                <a:cs typeface="+mn-cs"/>
              </a:rPr>
              <a:t>无损</a:t>
            </a:r>
            <a:endParaRPr altLang="en-US" baseline="0" b="1" cap="none" sz="2800" i="0" kern="1200" kumimoji="0" lang="zh-CN" noProof="0" normalizeH="0" spc="0" strike="noStrike" u="none">
              <a:ln>
                <a:noFill/>
              </a:ln>
              <a:solidFill>
                <a:schemeClr val="tx1"/>
              </a:solidFill>
              <a:effectLst>
                <a:outerShdw algn="tl" blurRad="38100" dir="2700000" dist="38100">
                  <a:srgbClr val="FFFFFF"/>
                </a:outerShdw>
              </a:effectLst>
              <a:uLnTx/>
              <a:uFillTx/>
              <a:latin typeface="Arial" panose="020B0604020202020204" pitchFamily="34" charset="0"/>
              <a:ea typeface="仿宋_GB2312" pitchFamily="49" charset="-122"/>
              <a:cs typeface="+mn-cs"/>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8">
                                  <p:stCondLst>
                                    <p:cond delay="0"/>
                                  </p:stCondLst>
                                  <p:childTnLst>
                                    <p:set>
                                      <p:cBhvr>
                                        <p:cTn dur="1" fill="hold" id="6">
                                          <p:stCondLst>
                                            <p:cond delay="0"/>
                                          </p:stCondLst>
                                        </p:cTn>
                                        <p:tgtEl>
                                          <p:spTgt spid="1048643">
                                            <p:txEl>
                                              <p:charRg st="0" end="33"/>
                                            </p:txEl>
                                          </p:spTgt>
                                        </p:tgtEl>
                                        <p:attrNameLst>
                                          <p:attrName>style.visibility</p:attrName>
                                        </p:attrNameLst>
                                      </p:cBhvr>
                                      <p:to>
                                        <p:strVal val="visible"/>
                                      </p:to>
                                    </p:set>
                                    <p:anim calcmode="lin" valueType="num">
                                      <p:cBhvr additive="base">
                                        <p:cTn dur="500" fill="hold" id="7"/>
                                        <p:tgtEl>
                                          <p:spTgt spid="1048643">
                                            <p:txEl>
                                              <p:charRg st="0" end="33"/>
                                            </p:txEl>
                                          </p:spTgt>
                                        </p:tgtEl>
                                        <p:attrNameLst>
                                          <p:attrName>ppt_x</p:attrName>
                                        </p:attrNameLst>
                                      </p:cBhvr>
                                      <p:tavLst>
                                        <p:tav tm="0">
                                          <p:val>
                                            <p:strVal val="0-#ppt_w/2"/>
                                          </p:val>
                                        </p:tav>
                                        <p:tav tm="100000">
                                          <p:val>
                                            <p:strVal val="#ppt_x"/>
                                          </p:val>
                                        </p:tav>
                                      </p:tavLst>
                                    </p:anim>
                                    <p:anim calcmode="lin" valueType="num">
                                      <p:cBhvr additive="base">
                                        <p:cTn dur="500" fill="hold" id="8"/>
                                        <p:tgtEl>
                                          <p:spTgt spid="1048643">
                                            <p:txEl>
                                              <p:charRg st="0" end="33"/>
                                            </p:txEl>
                                          </p:spTgt>
                                        </p:tgtEl>
                                        <p:attrNameLst>
                                          <p:attrName>ppt_y</p:attrName>
                                        </p:attrNameLst>
                                      </p:cBhvr>
                                      <p:tavLst>
                                        <p:tav tm="0">
                                          <p:val>
                                            <p:strVal val="#ppt_y"/>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 presetSubtype="8">
                                  <p:stCondLst>
                                    <p:cond delay="0"/>
                                  </p:stCondLst>
                                  <p:childTnLst>
                                    <p:set>
                                      <p:cBhvr>
                                        <p:cTn dur="1" fill="hold" id="12">
                                          <p:stCondLst>
                                            <p:cond delay="0"/>
                                          </p:stCondLst>
                                        </p:cTn>
                                        <p:tgtEl>
                                          <p:spTgt spid="1048644">
                                            <p:txEl>
                                              <p:charRg st="0" end="113"/>
                                            </p:txEl>
                                          </p:spTgt>
                                        </p:tgtEl>
                                        <p:attrNameLst>
                                          <p:attrName>style.visibility</p:attrName>
                                        </p:attrNameLst>
                                      </p:cBhvr>
                                      <p:to>
                                        <p:strVal val="visible"/>
                                      </p:to>
                                    </p:set>
                                    <p:anim calcmode="lin" valueType="num">
                                      <p:cBhvr additive="base">
                                        <p:cTn dur="500" fill="hold" id="13"/>
                                        <p:tgtEl>
                                          <p:spTgt spid="1048644">
                                            <p:txEl>
                                              <p:charRg st="0" end="113"/>
                                            </p:txEl>
                                          </p:spTgt>
                                        </p:tgtEl>
                                        <p:attrNameLst>
                                          <p:attrName>ppt_x</p:attrName>
                                        </p:attrNameLst>
                                      </p:cBhvr>
                                      <p:tavLst>
                                        <p:tav tm="0">
                                          <p:val>
                                            <p:strVal val="0-#ppt_w/2"/>
                                          </p:val>
                                        </p:tav>
                                        <p:tav tm="100000">
                                          <p:val>
                                            <p:strVal val="#ppt_x"/>
                                          </p:val>
                                        </p:tav>
                                      </p:tavLst>
                                    </p:anim>
                                    <p:anim calcmode="lin" valueType="num">
                                      <p:cBhvr additive="base">
                                        <p:cTn dur="500" fill="hold" id="14"/>
                                        <p:tgtEl>
                                          <p:spTgt spid="1048644">
                                            <p:txEl>
                                              <p:charRg st="0" end="113"/>
                                            </p:txEl>
                                          </p:spTgt>
                                        </p:tgtEl>
                                        <p:attrNameLst>
                                          <p:attrName>ppt_y</p:attrName>
                                        </p:attrNameLst>
                                      </p:cBhvr>
                                      <p:tavLst>
                                        <p:tav tm="0">
                                          <p:val>
                                            <p:strVal val="#ppt_y"/>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1048642"/>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10486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2" grpId="0" animBg="1"/>
      <p:bldP spid="1048643" grpId="0" build="p"/>
      <p:bldP spid="1048644" grpId="0" build="allAtOnce"/>
      <p:bldP spid="10486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p:grpSpPr>
      <p:sp>
        <p:nvSpPr>
          <p:cNvPr id="1048646" name="Rectangle 2"/>
          <p:cNvSpPr>
            <a:spLocks noGrp="1" noChangeArrowheads="1"/>
          </p:cNvSpPr>
          <p:nvPr>
            <p:ph type="title"/>
          </p:nvPr>
        </p:nvSpPr>
        <p:spPr>
          <a:xfrm>
            <a:off x="827088" y="1844675"/>
            <a:ext cx="4691063" cy="884238"/>
          </a:xfrm>
        </p:spPr>
        <p:txBody>
          <a:bodyPr anchor="ctr" anchorCtr="0" bIns="45720" compatLnSpc="1" lIns="91440" numCol="1" rIns="91440" tIns="45720" vert="horz" wrap="square"/>
          <a:p>
            <a:pPr algn="l" defTabSz="914400" eaLnBrk="1" fontAlgn="base" hangingPunct="1" indent="0" latinLnBrk="0" lvl="0" marL="0" marR="0" rtl="0">
              <a:lnSpc>
                <a:spcPct val="100000"/>
              </a:lnSpc>
              <a:spcBef>
                <a:spcPct val="0"/>
              </a:spcBef>
              <a:spcAft>
                <a:spcPct val="0"/>
              </a:spcAft>
              <a:buClrTx/>
              <a:buSzTx/>
              <a:buFontTx/>
              <a:buNone/>
            </a:pPr>
            <a:r>
              <a:rPr altLang="en-US" baseline="0" b="1" cap="none" dirty="0" sz="3600" i="0" kern="0" kumimoji="0" lang="zh-CN" noProof="0" normalizeH="0" spc="0" strike="noStrike" u="none">
                <a:ln>
                  <a:noFill/>
                </a:ln>
                <a:solidFill>
                  <a:schemeClr val="tx1"/>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j-cs"/>
              </a:rPr>
              <a:t>无损检测的特点</a:t>
            </a:r>
            <a:endParaRPr altLang="en-US" baseline="0" b="1" cap="none" dirty="0" sz="3600" i="0" kern="0" kumimoji="0" lang="zh-CN" noProof="0" normalizeH="0" spc="0" strike="noStrike" u="none">
              <a:ln>
                <a:noFill/>
              </a:ln>
              <a:solidFill>
                <a:schemeClr val="tx1"/>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j-cs"/>
            </a:endParaRPr>
          </a:p>
        </p:txBody>
      </p:sp>
      <p:sp>
        <p:nvSpPr>
          <p:cNvPr id="1048647" name="Text Box 4"/>
          <p:cNvSpPr>
            <a:spLocks noGrp="1" noChangeArrowheads="1"/>
          </p:cNvSpPr>
          <p:nvPr>
            <p:ph idx="1"/>
          </p:nvPr>
        </p:nvSpPr>
        <p:spPr>
          <a:xfrm>
            <a:off x="900113" y="2349500"/>
            <a:ext cx="7618413" cy="3176588"/>
          </a:xfrm>
        </p:spPr>
        <p:txBody>
          <a:bodyPr anchor="t" anchorCtr="0" bIns="45720" compatLnSpc="1" lIns="91440" numCol="1" rIns="91440" tIns="45720" vert="horz" wrap="square"/>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rId1" action="ppaction://hlinksldjump"/>
              </a:rPr>
              <a:t>  1.</a:t>
            </a: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rId1" action="ppaction://hlinksldjump"/>
              </a:rPr>
              <a:t>不损坏试件材质、结构</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r>
              <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 action="ppaction://noaction"/>
              </a:rPr>
              <a:t>2.</a:t>
            </a: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 action="ppaction://noaction"/>
              </a:rPr>
              <a:t>正确选用实施无损检测的时机</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r>
              <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 action="ppaction://noaction"/>
              </a:rPr>
              <a:t>3.</a:t>
            </a: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 action="ppaction://noaction"/>
              </a:rPr>
              <a:t>正确选用最适当的无损检测方法</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r>
              <a:rPr altLang="zh-CN" baseline="0" b="1" cap="none" dirty="0" sz="32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 action="ppaction://noaction"/>
              </a:rPr>
              <a:t>4.</a:t>
            </a:r>
            <a:r>
              <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hlinkClick r:id="" action="ppaction://noaction"/>
              </a:rPr>
              <a:t>综合应用各种无损检测方法</a:t>
            </a:r>
            <a:endParaRPr altLang="en-US" baseline="0" b="1"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646"/>
                                        </p:tgtEl>
                                        <p:attrNameLst>
                                          <p:attrName>style.visibility</p:attrName>
                                        </p:attrNameLst>
                                      </p:cBhvr>
                                      <p:to>
                                        <p:strVal val="visible"/>
                                      </p:to>
                                    </p:set>
                                    <p:animEffect transition="in" filter="wipe(left)">
                                      <p:cBhvr>
                                        <p:cTn dur="500" id="7"/>
                                        <p:tgtEl>
                                          <p:spTgt spid="1048646"/>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 presetSubtype="4">
                                  <p:stCondLst>
                                    <p:cond delay="0"/>
                                  </p:stCondLst>
                                  <p:childTnLst>
                                    <p:set>
                                      <p:cBhvr>
                                        <p:cTn dur="1" fill="hold" id="11">
                                          <p:stCondLst>
                                            <p:cond delay="0"/>
                                          </p:stCondLst>
                                        </p:cTn>
                                        <p:tgtEl>
                                          <p:spTgt spid="1048647">
                                            <p:txEl>
                                              <p:charRg st="0" end="6"/>
                                            </p:txEl>
                                          </p:spTgt>
                                        </p:tgtEl>
                                        <p:attrNameLst>
                                          <p:attrName>style.visibility</p:attrName>
                                        </p:attrNameLst>
                                      </p:cBhvr>
                                      <p:to>
                                        <p:strVal val="visible"/>
                                      </p:to>
                                    </p:set>
                                    <p:anim calcmode="lin" valueType="num">
                                      <p:cBhvr additive="base">
                                        <p:cTn dur="500" fill="hold" id="12"/>
                                        <p:tgtEl>
                                          <p:spTgt spid="1048647">
                                            <p:txEl>
                                              <p:charRg st="0" end="6"/>
                                            </p:txEl>
                                          </p:spTgt>
                                        </p:tgtEl>
                                        <p:attrNameLst>
                                          <p:attrName>ppt_x</p:attrName>
                                        </p:attrNameLst>
                                      </p:cBhvr>
                                      <p:tavLst>
                                        <p:tav tm="0">
                                          <p:val>
                                            <p:strVal val="#ppt_x"/>
                                          </p:val>
                                        </p:tav>
                                        <p:tav tm="100000">
                                          <p:val>
                                            <p:strVal val="#ppt_x"/>
                                          </p:val>
                                        </p:tav>
                                      </p:tavLst>
                                    </p:anim>
                                    <p:anim calcmode="lin" valueType="num">
                                      <p:cBhvr additive="base">
                                        <p:cTn dur="500" fill="hold" id="13"/>
                                        <p:tgtEl>
                                          <p:spTgt spid="1048647">
                                            <p:txEl>
                                              <p:charRg st="0" end="6"/>
                                            </p:txEl>
                                          </p:spTgt>
                                        </p:tgtEl>
                                        <p:attrNameLst>
                                          <p:attrName>ppt_y</p:attrName>
                                        </p:attrNameLst>
                                      </p:cBhvr>
                                      <p:tavLst>
                                        <p:tav tm="0">
                                          <p:val>
                                            <p:strVal val="1+#ppt_h/2"/>
                                          </p:val>
                                        </p:tav>
                                        <p:tav tm="100000">
                                          <p:val>
                                            <p:strVal val="#ppt_y"/>
                                          </p:val>
                                        </p:tav>
                                      </p:tavLst>
                                    </p:anim>
                                  </p:childTnLst>
                                </p:cTn>
                              </p:par>
                            </p:childTnLst>
                          </p:cTn>
                        </p:par>
                      </p:childTnLst>
                    </p:cTn>
                  </p:par>
                  <p:par>
                    <p:cTn fill="hold" id="14">
                      <p:stCondLst>
                        <p:cond delay="indefinite"/>
                      </p:stCondLst>
                      <p:childTnLst>
                        <p:par>
                          <p:cTn fill="hold" id="15">
                            <p:stCondLst>
                              <p:cond delay="0"/>
                            </p:stCondLst>
                            <p:childTnLst>
                              <p:par>
                                <p:cTn fill="hold" grpId="0" id="16" nodeType="clickEffect" presetClass="entr" presetID="2" presetSubtype="4">
                                  <p:stCondLst>
                                    <p:cond delay="0"/>
                                  </p:stCondLst>
                                  <p:childTnLst>
                                    <p:set>
                                      <p:cBhvr>
                                        <p:cTn dur="1" fill="hold" id="17">
                                          <p:stCondLst>
                                            <p:cond delay="0"/>
                                          </p:stCondLst>
                                        </p:cTn>
                                        <p:tgtEl>
                                          <p:spTgt spid="1048647">
                                            <p:txEl>
                                              <p:charRg st="6" end="21"/>
                                            </p:txEl>
                                          </p:spTgt>
                                        </p:tgtEl>
                                        <p:attrNameLst>
                                          <p:attrName>style.visibility</p:attrName>
                                        </p:attrNameLst>
                                      </p:cBhvr>
                                      <p:to>
                                        <p:strVal val="visible"/>
                                      </p:to>
                                    </p:set>
                                    <p:anim calcmode="lin" valueType="num">
                                      <p:cBhvr additive="base">
                                        <p:cTn dur="500" fill="hold" id="18"/>
                                        <p:tgtEl>
                                          <p:spTgt spid="1048647">
                                            <p:txEl>
                                              <p:charRg st="6" end="21"/>
                                            </p:txEl>
                                          </p:spTgt>
                                        </p:tgtEl>
                                        <p:attrNameLst>
                                          <p:attrName>ppt_x</p:attrName>
                                        </p:attrNameLst>
                                      </p:cBhvr>
                                      <p:tavLst>
                                        <p:tav tm="0">
                                          <p:val>
                                            <p:strVal val="#ppt_x"/>
                                          </p:val>
                                        </p:tav>
                                        <p:tav tm="100000">
                                          <p:val>
                                            <p:strVal val="#ppt_x"/>
                                          </p:val>
                                        </p:tav>
                                      </p:tavLst>
                                    </p:anim>
                                    <p:anim calcmode="lin" valueType="num">
                                      <p:cBhvr additive="base">
                                        <p:cTn dur="500" fill="hold" id="19"/>
                                        <p:tgtEl>
                                          <p:spTgt spid="1048647">
                                            <p:txEl>
                                              <p:charRg st="6" end="21"/>
                                            </p:txEl>
                                          </p:spTgt>
                                        </p:tgtEl>
                                        <p:attrNameLst>
                                          <p:attrName>ppt_y</p:attrName>
                                        </p:attrNameLst>
                                      </p:cBhvr>
                                      <p:tavLst>
                                        <p:tav tm="0">
                                          <p:val>
                                            <p:strVal val="1+#ppt_h/2"/>
                                          </p:val>
                                        </p:tav>
                                        <p:tav tm="100000">
                                          <p:val>
                                            <p:strVal val="#ppt_y"/>
                                          </p:val>
                                        </p:tav>
                                      </p:tavLst>
                                    </p:anim>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2" presetSubtype="4">
                                  <p:stCondLst>
                                    <p:cond delay="0"/>
                                  </p:stCondLst>
                                  <p:childTnLst>
                                    <p:set>
                                      <p:cBhvr>
                                        <p:cTn dur="1" fill="hold" id="23">
                                          <p:stCondLst>
                                            <p:cond delay="0"/>
                                          </p:stCondLst>
                                        </p:cTn>
                                        <p:tgtEl>
                                          <p:spTgt spid="1048647">
                                            <p:txEl>
                                              <p:charRg st="21" end="39"/>
                                            </p:txEl>
                                          </p:spTgt>
                                        </p:tgtEl>
                                        <p:attrNameLst>
                                          <p:attrName>style.visibility</p:attrName>
                                        </p:attrNameLst>
                                      </p:cBhvr>
                                      <p:to>
                                        <p:strVal val="visible"/>
                                      </p:to>
                                    </p:set>
                                    <p:anim calcmode="lin" valueType="num">
                                      <p:cBhvr additive="base">
                                        <p:cTn dur="500" fill="hold" id="24"/>
                                        <p:tgtEl>
                                          <p:spTgt spid="1048647">
                                            <p:txEl>
                                              <p:charRg st="21" end="39"/>
                                            </p:txEl>
                                          </p:spTgt>
                                        </p:tgtEl>
                                        <p:attrNameLst>
                                          <p:attrName>ppt_x</p:attrName>
                                        </p:attrNameLst>
                                      </p:cBhvr>
                                      <p:tavLst>
                                        <p:tav tm="0">
                                          <p:val>
                                            <p:strVal val="#ppt_x"/>
                                          </p:val>
                                        </p:tav>
                                        <p:tav tm="100000">
                                          <p:val>
                                            <p:strVal val="#ppt_x"/>
                                          </p:val>
                                        </p:tav>
                                      </p:tavLst>
                                    </p:anim>
                                    <p:anim calcmode="lin" valueType="num">
                                      <p:cBhvr additive="base">
                                        <p:cTn dur="500" fill="hold" id="25"/>
                                        <p:tgtEl>
                                          <p:spTgt spid="1048647">
                                            <p:txEl>
                                              <p:charRg st="21" end="39"/>
                                            </p:txEl>
                                          </p:spTgt>
                                        </p:tgtEl>
                                        <p:attrNameLst>
                                          <p:attrName>ppt_y</p:attrName>
                                        </p:attrNameLst>
                                      </p:cBhvr>
                                      <p:tavLst>
                                        <p:tav tm="0">
                                          <p:val>
                                            <p:strVal val="1+#ppt_h/2"/>
                                          </p:val>
                                        </p:tav>
                                        <p:tav tm="100000">
                                          <p:val>
                                            <p:strVal val="#ppt_y"/>
                                          </p:val>
                                        </p:tav>
                                      </p:tavLst>
                                    </p:anim>
                                  </p:childTnLst>
                                </p:cTn>
                              </p:par>
                            </p:childTnLst>
                          </p:cTn>
                        </p:par>
                      </p:childTnLst>
                    </p:cTn>
                  </p:par>
                  <p:par>
                    <p:cTn fill="hold" id="26">
                      <p:stCondLst>
                        <p:cond delay="indefinite"/>
                      </p:stCondLst>
                      <p:childTnLst>
                        <p:par>
                          <p:cTn fill="hold" id="27">
                            <p:stCondLst>
                              <p:cond delay="0"/>
                            </p:stCondLst>
                            <p:childTnLst>
                              <p:par>
                                <p:cTn fill="hold" grpId="0" id="28" nodeType="clickEffect" presetClass="entr" presetID="2" presetSubtype="4">
                                  <p:stCondLst>
                                    <p:cond delay="0"/>
                                  </p:stCondLst>
                                  <p:childTnLst>
                                    <p:set>
                                      <p:cBhvr>
                                        <p:cTn dur="1" fill="hold" id="29">
                                          <p:stCondLst>
                                            <p:cond delay="0"/>
                                          </p:stCondLst>
                                        </p:cTn>
                                        <p:tgtEl>
                                          <p:spTgt spid="1048647">
                                            <p:txEl>
                                              <p:charRg st="39" end="58"/>
                                            </p:txEl>
                                          </p:spTgt>
                                        </p:tgtEl>
                                        <p:attrNameLst>
                                          <p:attrName>style.visibility</p:attrName>
                                        </p:attrNameLst>
                                      </p:cBhvr>
                                      <p:to>
                                        <p:strVal val="visible"/>
                                      </p:to>
                                    </p:set>
                                    <p:anim calcmode="lin" valueType="num">
                                      <p:cBhvr additive="base">
                                        <p:cTn dur="500" fill="hold" id="30"/>
                                        <p:tgtEl>
                                          <p:spTgt spid="1048647">
                                            <p:txEl>
                                              <p:charRg st="39" end="58"/>
                                            </p:txEl>
                                          </p:spTgt>
                                        </p:tgtEl>
                                        <p:attrNameLst>
                                          <p:attrName>ppt_x</p:attrName>
                                        </p:attrNameLst>
                                      </p:cBhvr>
                                      <p:tavLst>
                                        <p:tav tm="0">
                                          <p:val>
                                            <p:strVal val="#ppt_x"/>
                                          </p:val>
                                        </p:tav>
                                        <p:tav tm="100000">
                                          <p:val>
                                            <p:strVal val="#ppt_x"/>
                                          </p:val>
                                        </p:tav>
                                      </p:tavLst>
                                    </p:anim>
                                    <p:anim calcmode="lin" valueType="num">
                                      <p:cBhvr additive="base">
                                        <p:cTn dur="500" fill="hold" id="31"/>
                                        <p:tgtEl>
                                          <p:spTgt spid="1048647">
                                            <p:txEl>
                                              <p:charRg st="39" end="58"/>
                                            </p:txEl>
                                          </p:spTgt>
                                        </p:tgtEl>
                                        <p:attrNameLst>
                                          <p:attrName>ppt_y</p:attrName>
                                        </p:attrNameLst>
                                      </p:cBhvr>
                                      <p:tavLst>
                                        <p:tav tm="0">
                                          <p:val>
                                            <p:strVal val="1+#ppt_h/2"/>
                                          </p:val>
                                        </p:tav>
                                        <p:tav tm="100000">
                                          <p:val>
                                            <p:strVal val="#ppt_y"/>
                                          </p:val>
                                        </p:tav>
                                      </p:tavLst>
                                    </p:anim>
                                  </p:childTnLst>
                                </p:cTn>
                              </p:par>
                            </p:childTnLst>
                          </p:cTn>
                        </p:par>
                      </p:childTnLst>
                    </p:cTn>
                  </p:par>
                  <p:par>
                    <p:cTn fill="hold" id="32">
                      <p:stCondLst>
                        <p:cond delay="indefinite"/>
                      </p:stCondLst>
                      <p:childTnLst>
                        <p:par>
                          <p:cTn fill="hold" id="33">
                            <p:stCondLst>
                              <p:cond delay="0"/>
                            </p:stCondLst>
                            <p:childTnLst>
                              <p:par>
                                <p:cTn fill="hold" grpId="0" id="34" nodeType="clickEffect" presetClass="entr" presetID="2" presetSubtype="4">
                                  <p:stCondLst>
                                    <p:cond delay="0"/>
                                  </p:stCondLst>
                                  <p:childTnLst>
                                    <p:set>
                                      <p:cBhvr>
                                        <p:cTn dur="1" fill="hold" id="35">
                                          <p:stCondLst>
                                            <p:cond delay="0"/>
                                          </p:stCondLst>
                                        </p:cTn>
                                        <p:tgtEl>
                                          <p:spTgt spid="1048647">
                                            <p:txEl>
                                              <p:charRg st="58" end="75"/>
                                            </p:txEl>
                                          </p:spTgt>
                                        </p:tgtEl>
                                        <p:attrNameLst>
                                          <p:attrName>style.visibility</p:attrName>
                                        </p:attrNameLst>
                                      </p:cBhvr>
                                      <p:to>
                                        <p:strVal val="visible"/>
                                      </p:to>
                                    </p:set>
                                    <p:anim calcmode="lin" valueType="num">
                                      <p:cBhvr additive="base">
                                        <p:cTn dur="500" fill="hold" id="36"/>
                                        <p:tgtEl>
                                          <p:spTgt spid="1048647">
                                            <p:txEl>
                                              <p:charRg st="58" end="75"/>
                                            </p:txEl>
                                          </p:spTgt>
                                        </p:tgtEl>
                                        <p:attrNameLst>
                                          <p:attrName>ppt_x</p:attrName>
                                        </p:attrNameLst>
                                      </p:cBhvr>
                                      <p:tavLst>
                                        <p:tav tm="0">
                                          <p:val>
                                            <p:strVal val="#ppt_x"/>
                                          </p:val>
                                        </p:tav>
                                        <p:tav tm="100000">
                                          <p:val>
                                            <p:strVal val="#ppt_x"/>
                                          </p:val>
                                        </p:tav>
                                      </p:tavLst>
                                    </p:anim>
                                    <p:anim calcmode="lin" valueType="num">
                                      <p:cBhvr additive="base">
                                        <p:cTn dur="500" fill="hold" id="37"/>
                                        <p:tgtEl>
                                          <p:spTgt spid="1048647">
                                            <p:txEl>
                                              <p:charRg st="58" end="7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6" grpId="0"/>
      <p:bldP spid="104864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p:grpSpPr>
      <p:sp>
        <p:nvSpPr>
          <p:cNvPr id="1048648"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10</a:t>
            </a:fld>
            <a:endParaRPr altLang="zh-CN" dirty="0" sz="1200" lang="en-US">
              <a:latin typeface="Arial Black" panose="020B0A04020102020204" pitchFamily="34" charset="0"/>
            </a:endParaRPr>
          </a:p>
        </p:txBody>
      </p:sp>
      <p:sp>
        <p:nvSpPr>
          <p:cNvPr id="1048649"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50" name="Rectangle 4"/>
          <p:cNvSpPr>
            <a:spLocks noGrp="1" noChangeArrowheads="1"/>
          </p:cNvSpPr>
          <p:nvPr>
            <p:ph idx="1"/>
          </p:nvPr>
        </p:nvSpPr>
        <p:spPr>
          <a:xfrm>
            <a:off x="468313" y="1700213"/>
            <a:ext cx="5843588" cy="800100"/>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6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无损检测的优势</a:t>
            </a:r>
            <a:endParaRPr altLang="zh-CN" baseline="0" b="1" cap="none" dirty="0" sz="36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651" name="Rectangle 6"/>
          <p:cNvSpPr>
            <a:spLocks noChangeArrowheads="1"/>
          </p:cNvSpPr>
          <p:nvPr/>
        </p:nvSpPr>
        <p:spPr bwMode="auto">
          <a:xfrm>
            <a:off x="539750" y="2420938"/>
            <a:ext cx="7993063" cy="3313113"/>
          </a:xfrm>
          <a:prstGeom prst="rect"/>
          <a:noFill/>
          <a:ln>
            <a:noFill/>
          </a:ln>
          <a:effectLst/>
        </p:spPr>
        <p:txBody>
          <a:bodyPr/>
          <a:p>
            <a:pPr algn="l" defTabSz="914400" eaLnBrk="1" fontAlgn="base" hangingPunct="1" indent="-342900" latinLnBrk="0" lvl="0" marL="342900" marR="0" rtl="0">
              <a:lnSpc>
                <a:spcPct val="100000"/>
              </a:lnSpc>
              <a:spcBef>
                <a:spcPct val="20000"/>
              </a:spcBef>
              <a:spcAft>
                <a:spcPct val="0"/>
              </a:spcAft>
              <a:buClr>
                <a:srgbClr val="6600CC"/>
              </a:buClr>
              <a:buSzPct val="75000"/>
              <a:buFont typeface="Wingdings" panose="05000000000000000000" pitchFamily="2" charset="2"/>
              <a:buChar char="Ø"/>
            </a:pPr>
            <a:r>
              <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rPr>
              <a:t>不会对构件造成任何损伤（材质和结构）</a:t>
            </a:r>
            <a:endPar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endParaRPr>
          </a:p>
          <a:p>
            <a:pPr algn="l" defTabSz="914400" eaLnBrk="1" fontAlgn="base" hangingPunct="1" indent="-342900" latinLnBrk="0" lvl="0" marL="342900" marR="0" rtl="0">
              <a:lnSpc>
                <a:spcPct val="100000"/>
              </a:lnSpc>
              <a:spcBef>
                <a:spcPct val="20000"/>
              </a:spcBef>
              <a:spcAft>
                <a:spcPct val="0"/>
              </a:spcAft>
              <a:buClr>
                <a:srgbClr val="6600CC"/>
              </a:buClr>
              <a:buSzPct val="75000"/>
              <a:buFont typeface="Wingdings" panose="05000000000000000000" pitchFamily="2" charset="2"/>
              <a:buChar char="Ø"/>
            </a:pPr>
            <a:r>
              <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rPr>
              <a:t>为查找缺陷提供有效方法</a:t>
            </a:r>
            <a:endPar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endParaRPr>
          </a:p>
          <a:p>
            <a:pPr algn="l" defTabSz="914400" eaLnBrk="1" fontAlgn="base" hangingPunct="1" indent="-342900" latinLnBrk="0" lvl="0" marL="342900" marR="0" rtl="0">
              <a:lnSpc>
                <a:spcPct val="100000"/>
              </a:lnSpc>
              <a:spcBef>
                <a:spcPct val="20000"/>
              </a:spcBef>
              <a:spcAft>
                <a:spcPct val="0"/>
              </a:spcAft>
              <a:buClr>
                <a:srgbClr val="6600CC"/>
              </a:buClr>
              <a:buSzPct val="75000"/>
              <a:buFont typeface="Wingdings" panose="05000000000000000000" pitchFamily="2" charset="2"/>
              <a:buChar char="Ø"/>
            </a:pPr>
            <a:r>
              <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rPr>
              <a:t>可对产品质量实施监控</a:t>
            </a:r>
            <a:endPar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endParaRPr>
          </a:p>
          <a:p>
            <a:pPr algn="l" defTabSz="914400" eaLnBrk="1" fontAlgn="base" hangingPunct="1" indent="-342900" latinLnBrk="0" lvl="0" marL="342900" marR="0" rtl="0">
              <a:lnSpc>
                <a:spcPct val="100000"/>
              </a:lnSpc>
              <a:spcBef>
                <a:spcPct val="20000"/>
              </a:spcBef>
              <a:spcAft>
                <a:spcPct val="0"/>
              </a:spcAft>
              <a:buClr>
                <a:srgbClr val="6600CC"/>
              </a:buClr>
              <a:buSzPct val="75000"/>
              <a:buFont typeface="Wingdings" panose="05000000000000000000" pitchFamily="2" charset="2"/>
              <a:buChar char="Ø"/>
            </a:pPr>
            <a:r>
              <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rPr>
              <a:t>防止产品失效引起的后果</a:t>
            </a:r>
            <a:endPar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endParaRPr>
          </a:p>
          <a:p>
            <a:pPr algn="l" defTabSz="914400" eaLnBrk="1" fontAlgn="base" hangingPunct="1" indent="-342900" latinLnBrk="0" lvl="0" marL="342900" marR="0" rtl="0">
              <a:lnSpc>
                <a:spcPct val="100000"/>
              </a:lnSpc>
              <a:spcBef>
                <a:spcPct val="20000"/>
              </a:spcBef>
              <a:spcAft>
                <a:spcPct val="0"/>
              </a:spcAft>
              <a:buClr>
                <a:srgbClr val="6600CC"/>
              </a:buClr>
              <a:buSzPct val="75000"/>
              <a:buFont typeface="Wingdings" panose="05000000000000000000" pitchFamily="2" charset="2"/>
              <a:buChar char="Ø"/>
            </a:pPr>
            <a:r>
              <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rPr>
              <a:t>应用范围广</a:t>
            </a:r>
            <a:endParaRPr altLang="en-US" baseline="0" b="1" cap="none" dirty="0" sz="3200" i="0" kern="1200" kumimoji="0" lang="zh-CN" noProof="0" normalizeH="0" spc="0" strike="noStrike" u="none">
              <a:ln>
                <a:noFill/>
              </a:ln>
              <a:solidFill>
                <a:schemeClr val="tx1"/>
              </a:solidFill>
              <a:effectLst>
                <a:outerShdw algn="tl" blurRad="38100" dir="2700000" dist="38100">
                  <a:srgbClr val="C0C0C0"/>
                </a:outerShdw>
              </a:effectLst>
              <a:uLnTx/>
              <a:uFillTx/>
              <a:latin typeface="Arial" panose="020B0604020202020204" pitchFamily="34" charset="0"/>
              <a:ea typeface="仿宋_GB2312" pitchFamily="49" charset="-122"/>
              <a:cs typeface="+mn-cs"/>
            </a:endParaRPr>
          </a:p>
        </p:txBody>
      </p:sp>
      <p:sp>
        <p:nvSpPr>
          <p:cNvPr id="1048652" name="AutoShape 10"/>
          <p:cNvSpPr>
            <a:spLocks noChangeArrowheads="1"/>
          </p:cNvSpPr>
          <p:nvPr/>
        </p:nvSpPr>
        <p:spPr bwMode="auto">
          <a:xfrm>
            <a:off x="1905000" y="2466975"/>
            <a:ext cx="7239000" cy="4391025"/>
          </a:xfrm>
          <a:prstGeom prst="cloudCallout">
            <a:avLst>
              <a:gd name="adj1" fmla="val -40111"/>
              <a:gd name="adj2" fmla="val 8931"/>
            </a:avLst>
          </a:prstGeom>
          <a:solidFill>
            <a:schemeClr val="accent1"/>
          </a:solidFill>
          <a:ln w="9525">
            <a:solidFill>
              <a:schemeClr val="tx1"/>
            </a:solidFill>
            <a:round/>
          </a:ln>
          <a:effectLst/>
        </p:spPr>
        <p:txBody>
          <a:bodyPr bIns="0" lIns="0" rIns="0" tIns="0"/>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dirty="0" sz="2800" i="0" kern="1200" kumimoji="0" lang="zh-CN" noProof="0" normalizeH="0" spc="0" strike="noStrike" u="none">
                <a:ln>
                  <a:noFill/>
                </a:ln>
                <a:solidFill>
                  <a:srgbClr val="FF0000"/>
                </a:solidFill>
                <a:effectLst>
                  <a:outerShdw algn="tl" blurRad="38100" dir="2700000" dist="38100">
                    <a:srgbClr val="000000"/>
                  </a:outerShdw>
                </a:effectLst>
                <a:uLnTx/>
                <a:uFillTx/>
                <a:latin typeface="Arial" panose="020B0604020202020204" pitchFamily="34" charset="0"/>
                <a:ea typeface="楷体_GB2312" charset="-122"/>
                <a:cs typeface="+mn-cs"/>
              </a:rPr>
              <a:t>无损检测有哪些应用</a:t>
            </a:r>
            <a:br>
              <a:rPr altLang="en-US" baseline="0" b="1" cap="none" dirty="0" sz="2800" i="0" kern="1200" kumimoji="0" lang="zh-CN" noProof="0" normalizeH="0" spc="0" strike="noStrike" u="none">
                <a:ln>
                  <a:noFill/>
                </a:ln>
                <a:solidFill>
                  <a:schemeClr val="tx1"/>
                </a:solidFill>
                <a:effectLst>
                  <a:outerShdw algn="tl" blurRad="38100" dir="2700000" dist="38100">
                    <a:srgbClr val="FFFFFF"/>
                  </a:outerShdw>
                </a:effectLst>
                <a:uLnTx/>
                <a:uFillTx/>
                <a:latin typeface="Arial" panose="020B0604020202020204" pitchFamily="34" charset="0"/>
                <a:ea typeface="楷体_GB2312" charset="-122"/>
                <a:cs typeface="+mn-cs"/>
              </a:rPr>
            </a:br>
            <a:r>
              <a:rPr altLang="en-US" baseline="0" b="1" cap="none" dirty="0" sz="2800" i="0" kern="1200" kumimoji="0" lang="zh-CN" noProof="0" normalizeH="0" spc="0" strike="noStrike" u="none">
                <a:ln>
                  <a:noFill/>
                </a:ln>
                <a:solidFill>
                  <a:schemeClr val="tx1"/>
                </a:solidFill>
                <a:effectLst/>
                <a:uLnTx/>
                <a:uFillTx/>
                <a:latin typeface="Arial" panose="020B0604020202020204" pitchFamily="34" charset="0"/>
                <a:ea typeface="楷体_GB2312" charset="-122"/>
                <a:cs typeface="+mn-cs"/>
              </a:rPr>
              <a:t>应用时机：设计阶段；制造过程；成品检验；在役检查。</a:t>
            </a:r>
            <a:br>
              <a:rPr altLang="en-US" baseline="0" b="1" cap="none" dirty="0" sz="2800" i="0" kern="1200" kumimoji="0" lang="zh-CN" noProof="0" normalizeH="0" spc="0" strike="noStrike" u="none">
                <a:ln>
                  <a:noFill/>
                </a:ln>
                <a:solidFill>
                  <a:schemeClr val="tx1"/>
                </a:solidFill>
                <a:effectLst/>
                <a:uLnTx/>
                <a:uFillTx/>
                <a:latin typeface="Arial" panose="020B0604020202020204" pitchFamily="34" charset="0"/>
                <a:ea typeface="楷体_GB2312" charset="-122"/>
                <a:cs typeface="+mn-cs"/>
              </a:rPr>
            </a:br>
            <a:r>
              <a:rPr altLang="en-US" baseline="0" b="1" cap="none" dirty="0" sz="2800" i="0" kern="1200" kumimoji="0" lang="zh-CN" noProof="0" normalizeH="0" spc="0" strike="noStrike" u="none">
                <a:ln>
                  <a:noFill/>
                </a:ln>
                <a:solidFill>
                  <a:schemeClr val="tx1"/>
                </a:solidFill>
                <a:effectLst/>
                <a:uLnTx/>
                <a:uFillTx/>
                <a:latin typeface="Arial" panose="020B0604020202020204" pitchFamily="34" charset="0"/>
                <a:ea typeface="楷体_GB2312" charset="-122"/>
                <a:cs typeface="+mn-cs"/>
              </a:rPr>
              <a:t>应用对象：各类材料（金属、非金属等）；各种工件（焊接件、锻件、铸件等）；各种工程（道路建设、水坝建设、桥梁建设、机场建设等）。</a:t>
            </a:r>
            <a:endParaRPr altLang="en-US" baseline="0" b="1" cap="none" dirty="0" sz="2800" i="0" kern="1200" kumimoji="0" lang="zh-CN" noProof="0" normalizeH="0" spc="0" strike="noStrike" u="none">
              <a:ln>
                <a:noFill/>
              </a:ln>
              <a:solidFill>
                <a:schemeClr val="tx1"/>
              </a:solidFill>
              <a:effectLst/>
              <a:uLnTx/>
              <a:uFillTx/>
              <a:latin typeface="Arial" panose="020B0604020202020204" pitchFamily="34" charset="0"/>
              <a:ea typeface="楷体_GB2312" charset="-122"/>
              <a:cs typeface="+mn-cs"/>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8">
                                  <p:stCondLst>
                                    <p:cond delay="0"/>
                                  </p:stCondLst>
                                  <p:childTnLst>
                                    <p:set>
                                      <p:cBhvr>
                                        <p:cTn dur="1" fill="hold" id="6">
                                          <p:stCondLst>
                                            <p:cond delay="0"/>
                                          </p:stCondLst>
                                        </p:cTn>
                                        <p:tgtEl>
                                          <p:spTgt spid="1048650">
                                            <p:txEl>
                                              <p:charRg st="0" end="8"/>
                                            </p:txEl>
                                          </p:spTgt>
                                        </p:tgtEl>
                                        <p:attrNameLst>
                                          <p:attrName>style.visibility</p:attrName>
                                        </p:attrNameLst>
                                      </p:cBhvr>
                                      <p:to>
                                        <p:strVal val="visible"/>
                                      </p:to>
                                    </p:set>
                                    <p:anim calcmode="lin" valueType="num">
                                      <p:cBhvr additive="base">
                                        <p:cTn dur="500" fill="hold" id="7"/>
                                        <p:tgtEl>
                                          <p:spTgt spid="1048650">
                                            <p:txEl>
                                              <p:charRg st="0" end="8"/>
                                            </p:txEl>
                                          </p:spTgt>
                                        </p:tgtEl>
                                        <p:attrNameLst>
                                          <p:attrName>ppt_x</p:attrName>
                                        </p:attrNameLst>
                                      </p:cBhvr>
                                      <p:tavLst>
                                        <p:tav tm="0">
                                          <p:val>
                                            <p:strVal val="0-#ppt_w/2"/>
                                          </p:val>
                                        </p:tav>
                                        <p:tav tm="100000">
                                          <p:val>
                                            <p:strVal val="#ppt_x"/>
                                          </p:val>
                                        </p:tav>
                                      </p:tavLst>
                                    </p:anim>
                                    <p:anim calcmode="lin" valueType="num">
                                      <p:cBhvr additive="base">
                                        <p:cTn dur="500" fill="hold" id="8"/>
                                        <p:tgtEl>
                                          <p:spTgt spid="1048650">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 presetSubtype="8">
                                  <p:stCondLst>
                                    <p:cond delay="0"/>
                                  </p:stCondLst>
                                  <p:childTnLst>
                                    <p:set>
                                      <p:cBhvr>
                                        <p:cTn dur="1" fill="hold" id="12">
                                          <p:stCondLst>
                                            <p:cond delay="0"/>
                                          </p:stCondLst>
                                        </p:cTn>
                                        <p:tgtEl>
                                          <p:spTgt spid="1048651">
                                            <p:txEl>
                                              <p:charRg st="0" end="19"/>
                                            </p:txEl>
                                          </p:spTgt>
                                        </p:tgtEl>
                                        <p:attrNameLst>
                                          <p:attrName>style.visibility</p:attrName>
                                        </p:attrNameLst>
                                      </p:cBhvr>
                                      <p:to>
                                        <p:strVal val="visible"/>
                                      </p:to>
                                    </p:set>
                                    <p:anim calcmode="lin" valueType="num">
                                      <p:cBhvr additive="base">
                                        <p:cTn dur="500" fill="hold" id="13"/>
                                        <p:tgtEl>
                                          <p:spTgt spid="1048651">
                                            <p:txEl>
                                              <p:charRg st="0" end="19"/>
                                            </p:txEl>
                                          </p:spTgt>
                                        </p:tgtEl>
                                        <p:attrNameLst>
                                          <p:attrName>ppt_x</p:attrName>
                                        </p:attrNameLst>
                                      </p:cBhvr>
                                      <p:tavLst>
                                        <p:tav tm="0">
                                          <p:val>
                                            <p:strVal val="0-#ppt_w/2"/>
                                          </p:val>
                                        </p:tav>
                                        <p:tav tm="100000">
                                          <p:val>
                                            <p:strVal val="#ppt_x"/>
                                          </p:val>
                                        </p:tav>
                                      </p:tavLst>
                                    </p:anim>
                                    <p:anim calcmode="lin" valueType="num">
                                      <p:cBhvr additive="base">
                                        <p:cTn dur="500" fill="hold" id="14"/>
                                        <p:tgtEl>
                                          <p:spTgt spid="1048651">
                                            <p:txEl>
                                              <p:charRg st="0" end="19"/>
                                            </p:txEl>
                                          </p:spTgt>
                                        </p:tgtEl>
                                        <p:attrNameLst>
                                          <p:attrName>ppt_y</p:attrName>
                                        </p:attrNameLst>
                                      </p:cBhvr>
                                      <p:tavLst>
                                        <p:tav tm="0">
                                          <p:val>
                                            <p:strVal val="#ppt_y"/>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2" presetSubtype="8">
                                  <p:stCondLst>
                                    <p:cond delay="0"/>
                                  </p:stCondLst>
                                  <p:childTnLst>
                                    <p:set>
                                      <p:cBhvr>
                                        <p:cTn dur="1" fill="hold" id="18">
                                          <p:stCondLst>
                                            <p:cond delay="0"/>
                                          </p:stCondLst>
                                        </p:cTn>
                                        <p:tgtEl>
                                          <p:spTgt spid="1048651">
                                            <p:txEl>
                                              <p:charRg st="19" end="31"/>
                                            </p:txEl>
                                          </p:spTgt>
                                        </p:tgtEl>
                                        <p:attrNameLst>
                                          <p:attrName>style.visibility</p:attrName>
                                        </p:attrNameLst>
                                      </p:cBhvr>
                                      <p:to>
                                        <p:strVal val="visible"/>
                                      </p:to>
                                    </p:set>
                                    <p:anim calcmode="lin" valueType="num">
                                      <p:cBhvr additive="base">
                                        <p:cTn dur="500" fill="hold" id="19"/>
                                        <p:tgtEl>
                                          <p:spTgt spid="1048651">
                                            <p:txEl>
                                              <p:charRg st="19" end="31"/>
                                            </p:txEl>
                                          </p:spTgt>
                                        </p:tgtEl>
                                        <p:attrNameLst>
                                          <p:attrName>ppt_x</p:attrName>
                                        </p:attrNameLst>
                                      </p:cBhvr>
                                      <p:tavLst>
                                        <p:tav tm="0">
                                          <p:val>
                                            <p:strVal val="0-#ppt_w/2"/>
                                          </p:val>
                                        </p:tav>
                                        <p:tav tm="100000">
                                          <p:val>
                                            <p:strVal val="#ppt_x"/>
                                          </p:val>
                                        </p:tav>
                                      </p:tavLst>
                                    </p:anim>
                                    <p:anim calcmode="lin" valueType="num">
                                      <p:cBhvr additive="base">
                                        <p:cTn dur="500" fill="hold" id="20"/>
                                        <p:tgtEl>
                                          <p:spTgt spid="1048651">
                                            <p:txEl>
                                              <p:charRg st="19" end="31"/>
                                            </p:txEl>
                                          </p:spTgt>
                                        </p:tgtEl>
                                        <p:attrNameLst>
                                          <p:attrName>ppt_y</p:attrName>
                                        </p:attrNameLst>
                                      </p:cBhvr>
                                      <p:tavLst>
                                        <p:tav tm="0">
                                          <p:val>
                                            <p:strVal val="#ppt_y"/>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grpId="0" id="23" nodeType="clickEffect" presetClass="entr" presetID="2" presetSubtype="8">
                                  <p:stCondLst>
                                    <p:cond delay="0"/>
                                  </p:stCondLst>
                                  <p:childTnLst>
                                    <p:set>
                                      <p:cBhvr>
                                        <p:cTn dur="1" fill="hold" id="24">
                                          <p:stCondLst>
                                            <p:cond delay="0"/>
                                          </p:stCondLst>
                                        </p:cTn>
                                        <p:tgtEl>
                                          <p:spTgt spid="1048651">
                                            <p:txEl>
                                              <p:charRg st="31" end="42"/>
                                            </p:txEl>
                                          </p:spTgt>
                                        </p:tgtEl>
                                        <p:attrNameLst>
                                          <p:attrName>style.visibility</p:attrName>
                                        </p:attrNameLst>
                                      </p:cBhvr>
                                      <p:to>
                                        <p:strVal val="visible"/>
                                      </p:to>
                                    </p:set>
                                    <p:anim calcmode="lin" valueType="num">
                                      <p:cBhvr additive="base">
                                        <p:cTn dur="500" fill="hold" id="25"/>
                                        <p:tgtEl>
                                          <p:spTgt spid="1048651">
                                            <p:txEl>
                                              <p:charRg st="31" end="42"/>
                                            </p:txEl>
                                          </p:spTgt>
                                        </p:tgtEl>
                                        <p:attrNameLst>
                                          <p:attrName>ppt_x</p:attrName>
                                        </p:attrNameLst>
                                      </p:cBhvr>
                                      <p:tavLst>
                                        <p:tav tm="0">
                                          <p:val>
                                            <p:strVal val="0-#ppt_w/2"/>
                                          </p:val>
                                        </p:tav>
                                        <p:tav tm="100000">
                                          <p:val>
                                            <p:strVal val="#ppt_x"/>
                                          </p:val>
                                        </p:tav>
                                      </p:tavLst>
                                    </p:anim>
                                    <p:anim calcmode="lin" valueType="num">
                                      <p:cBhvr additive="base">
                                        <p:cTn dur="500" fill="hold" id="26"/>
                                        <p:tgtEl>
                                          <p:spTgt spid="1048651">
                                            <p:txEl>
                                              <p:charRg st="31" end="42"/>
                                            </p:txEl>
                                          </p:spTgt>
                                        </p:tgtEl>
                                        <p:attrNameLst>
                                          <p:attrName>ppt_y</p:attrName>
                                        </p:attrNameLst>
                                      </p:cBhvr>
                                      <p:tavLst>
                                        <p:tav tm="0">
                                          <p:val>
                                            <p:strVal val="#ppt_y"/>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2" presetSubtype="8">
                                  <p:stCondLst>
                                    <p:cond delay="0"/>
                                  </p:stCondLst>
                                  <p:childTnLst>
                                    <p:set>
                                      <p:cBhvr>
                                        <p:cTn dur="1" fill="hold" id="30">
                                          <p:stCondLst>
                                            <p:cond delay="0"/>
                                          </p:stCondLst>
                                        </p:cTn>
                                        <p:tgtEl>
                                          <p:spTgt spid="1048651">
                                            <p:txEl>
                                              <p:charRg st="42" end="54"/>
                                            </p:txEl>
                                          </p:spTgt>
                                        </p:tgtEl>
                                        <p:attrNameLst>
                                          <p:attrName>style.visibility</p:attrName>
                                        </p:attrNameLst>
                                      </p:cBhvr>
                                      <p:to>
                                        <p:strVal val="visible"/>
                                      </p:to>
                                    </p:set>
                                    <p:anim calcmode="lin" valueType="num">
                                      <p:cBhvr additive="base">
                                        <p:cTn dur="500" fill="hold" id="31"/>
                                        <p:tgtEl>
                                          <p:spTgt spid="1048651">
                                            <p:txEl>
                                              <p:charRg st="42" end="54"/>
                                            </p:txEl>
                                          </p:spTgt>
                                        </p:tgtEl>
                                        <p:attrNameLst>
                                          <p:attrName>ppt_x</p:attrName>
                                        </p:attrNameLst>
                                      </p:cBhvr>
                                      <p:tavLst>
                                        <p:tav tm="0">
                                          <p:val>
                                            <p:strVal val="0-#ppt_w/2"/>
                                          </p:val>
                                        </p:tav>
                                        <p:tav tm="100000">
                                          <p:val>
                                            <p:strVal val="#ppt_x"/>
                                          </p:val>
                                        </p:tav>
                                      </p:tavLst>
                                    </p:anim>
                                    <p:anim calcmode="lin" valueType="num">
                                      <p:cBhvr additive="base">
                                        <p:cTn dur="500" fill="hold" id="32"/>
                                        <p:tgtEl>
                                          <p:spTgt spid="1048651">
                                            <p:txEl>
                                              <p:charRg st="42" end="54"/>
                                            </p:txEl>
                                          </p:spTgt>
                                        </p:tgtEl>
                                        <p:attrNameLst>
                                          <p:attrName>ppt_y</p:attrName>
                                        </p:attrNameLst>
                                      </p:cBhvr>
                                      <p:tavLst>
                                        <p:tav tm="0">
                                          <p:val>
                                            <p:strVal val="#ppt_y"/>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2" presetSubtype="8">
                                  <p:stCondLst>
                                    <p:cond delay="0"/>
                                  </p:stCondLst>
                                  <p:childTnLst>
                                    <p:set>
                                      <p:cBhvr>
                                        <p:cTn dur="1" fill="hold" id="36">
                                          <p:stCondLst>
                                            <p:cond delay="0"/>
                                          </p:stCondLst>
                                        </p:cTn>
                                        <p:tgtEl>
                                          <p:spTgt spid="1048651">
                                            <p:txEl>
                                              <p:charRg st="54" end="60"/>
                                            </p:txEl>
                                          </p:spTgt>
                                        </p:tgtEl>
                                        <p:attrNameLst>
                                          <p:attrName>style.visibility</p:attrName>
                                        </p:attrNameLst>
                                      </p:cBhvr>
                                      <p:to>
                                        <p:strVal val="visible"/>
                                      </p:to>
                                    </p:set>
                                    <p:anim calcmode="lin" valueType="num">
                                      <p:cBhvr additive="base">
                                        <p:cTn dur="500" fill="hold" id="37"/>
                                        <p:tgtEl>
                                          <p:spTgt spid="1048651">
                                            <p:txEl>
                                              <p:charRg st="54" end="60"/>
                                            </p:txEl>
                                          </p:spTgt>
                                        </p:tgtEl>
                                        <p:attrNameLst>
                                          <p:attrName>ppt_x</p:attrName>
                                        </p:attrNameLst>
                                      </p:cBhvr>
                                      <p:tavLst>
                                        <p:tav tm="0">
                                          <p:val>
                                            <p:strVal val="0-#ppt_w/2"/>
                                          </p:val>
                                        </p:tav>
                                        <p:tav tm="100000">
                                          <p:val>
                                            <p:strVal val="#ppt_x"/>
                                          </p:val>
                                        </p:tav>
                                      </p:tavLst>
                                    </p:anim>
                                    <p:anim calcmode="lin" valueType="num">
                                      <p:cBhvr additive="base">
                                        <p:cTn dur="500" fill="hold" id="38"/>
                                        <p:tgtEl>
                                          <p:spTgt spid="1048651">
                                            <p:txEl>
                                              <p:charRg st="54" end="60"/>
                                            </p:txEl>
                                          </p:spTgt>
                                        </p:tgtEl>
                                        <p:attrNameLst>
                                          <p:attrName>ppt_y</p:attrName>
                                        </p:attrNameLst>
                                      </p:cBhvr>
                                      <p:tavLst>
                                        <p:tav tm="0">
                                          <p:val>
                                            <p:strVal val="#ppt_y"/>
                                          </p:val>
                                        </p:tav>
                                        <p:tav tm="100000">
                                          <p:val>
                                            <p:strVal val="#ppt_y"/>
                                          </p:val>
                                        </p:tav>
                                      </p:tavLst>
                                    </p:anim>
                                  </p:childTnLst>
                                </p:cTn>
                              </p:par>
                            </p:childTnLst>
                          </p:cTn>
                        </p:par>
                      </p:childTnLst>
                    </p:cTn>
                  </p:par>
                  <p:par>
                    <p:cTn fill="hold" id="39">
                      <p:stCondLst>
                        <p:cond delay="indefinite"/>
                      </p:stCondLst>
                      <p:childTnLst>
                        <p:par>
                          <p:cTn fill="hold" id="40">
                            <p:stCondLst>
                              <p:cond delay="0"/>
                            </p:stCondLst>
                            <p:childTnLst>
                              <p:par>
                                <p:cTn fill="hold" grpId="0" id="41" nodeType="clickEffect" presetClass="entr" presetID="2" presetSubtype="4">
                                  <p:stCondLst>
                                    <p:cond delay="0"/>
                                  </p:stCondLst>
                                  <p:childTnLst>
                                    <p:set>
                                      <p:cBhvr>
                                        <p:cTn dur="1" fill="hold" id="42">
                                          <p:stCondLst>
                                            <p:cond delay="0"/>
                                          </p:stCondLst>
                                        </p:cTn>
                                        <p:tgtEl>
                                          <p:spTgt spid="1048652"/>
                                        </p:tgtEl>
                                        <p:attrNameLst>
                                          <p:attrName>style.visibility</p:attrName>
                                        </p:attrNameLst>
                                      </p:cBhvr>
                                      <p:to>
                                        <p:strVal val="visible"/>
                                      </p:to>
                                    </p:set>
                                    <p:anim calcmode="lin" valueType="num">
                                      <p:cBhvr additive="base">
                                        <p:cTn dur="500" fill="hold" id="43"/>
                                        <p:tgtEl>
                                          <p:spTgt spid="1048652"/>
                                        </p:tgtEl>
                                        <p:attrNameLst>
                                          <p:attrName>ppt_x</p:attrName>
                                        </p:attrNameLst>
                                      </p:cBhvr>
                                      <p:tavLst>
                                        <p:tav tm="0">
                                          <p:val>
                                            <p:strVal val="#ppt_x"/>
                                          </p:val>
                                        </p:tav>
                                        <p:tav tm="100000">
                                          <p:val>
                                            <p:strVal val="#ppt_x"/>
                                          </p:val>
                                        </p:tav>
                                      </p:tavLst>
                                    </p:anim>
                                    <p:anim calcmode="lin" valueType="num">
                                      <p:cBhvr additive="base">
                                        <p:cTn dur="500" fill="hold" id="44"/>
                                        <p:tgtEl>
                                          <p:spTgt spid="1048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0" grpId="0" build="p"/>
      <p:bldP spid="1048651" grpId="0" build="p"/>
      <p:bldP spid="104865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p:grpSpPr>
      <p:sp>
        <p:nvSpPr>
          <p:cNvPr id="1048653"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11</a:t>
            </a:fld>
            <a:endParaRPr altLang="zh-CN" dirty="0" sz="1200" lang="en-US">
              <a:latin typeface="Arial Black" panose="020B0A04020102020204" pitchFamily="34" charset="0"/>
            </a:endParaRPr>
          </a:p>
        </p:txBody>
      </p:sp>
      <p:sp>
        <p:nvSpPr>
          <p:cNvPr id="1048654"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55" name="Rectangle 3"/>
          <p:cNvSpPr>
            <a:spLocks noGrp="1"/>
          </p:cNvSpPr>
          <p:nvPr>
            <p:ph idx="1"/>
          </p:nvPr>
        </p:nvSpPr>
        <p:spPr>
          <a:xfrm>
            <a:off x="250825" y="1700213"/>
            <a:ext cx="8229600" cy="871537"/>
          </a:xfrm>
        </p:spPr>
        <p:txBody>
          <a:bodyPr anchor="t" bIns="45720" lIns="91440" rIns="91440" tIns="45720" vert="horz" wrap="square"/>
          <a:p>
            <a:pPr eaLnBrk="1" hangingPunct="1"/>
            <a:r>
              <a:rPr altLang="en-US" b="1" dirty="0" lang="zh-CN">
                <a:latin typeface="黑体" panose="02010609060101010101" pitchFamily="49" charset="-122"/>
                <a:ea typeface="黑体" panose="02010609060101010101" pitchFamily="49" charset="-122"/>
              </a:rPr>
              <a:t>无损检测技术的发展</a:t>
            </a:r>
            <a:endParaRPr altLang="en-US" b="1" dirty="0" lang="zh-CN">
              <a:latin typeface="黑体" panose="02010609060101010101" pitchFamily="49" charset="-122"/>
              <a:ea typeface="黑体" panose="02010609060101010101" pitchFamily="49" charset="-122"/>
            </a:endParaRPr>
          </a:p>
        </p:txBody>
      </p:sp>
      <p:sp>
        <p:nvSpPr>
          <p:cNvPr id="1048656" name="Rectangle 5"/>
          <p:cNvSpPr/>
          <p:nvPr/>
        </p:nvSpPr>
        <p:spPr>
          <a:xfrm>
            <a:off x="323850" y="2276475"/>
            <a:ext cx="8424863" cy="4581525"/>
          </a:xfrm>
          <a:prstGeom prst="rect"/>
          <a:noFill/>
          <a:ln w="9525">
            <a:noFill/>
          </a:ln>
        </p:spPr>
        <p:txBody>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342900" lvl="0" marL="342900">
              <a:lnSpc>
                <a:spcPct val="130000"/>
              </a:lnSpc>
              <a:buClr>
                <a:srgbClr val="6600CC"/>
              </a:buClr>
              <a:buChar char="Ø"/>
            </a:pPr>
            <a:r>
              <a:rPr altLang="en-US" b="1" dirty="0" sz="2800" lang="zh-CN">
                <a:ea typeface="仿宋_GB2312" pitchFamily="49" charset="-122"/>
              </a:rPr>
              <a:t>无损检测技术发展的三个阶段：</a:t>
            </a:r>
            <a:endParaRPr altLang="en-US" b="1" dirty="0" sz="2800" lang="zh-CN">
              <a:ea typeface="仿宋_GB2312" pitchFamily="49" charset="-122"/>
            </a:endParaRPr>
          </a:p>
          <a:p>
            <a:pPr eaLnBrk="1" hangingPunct="1" indent="-342900" lvl="0" marL="342900">
              <a:lnSpc>
                <a:spcPct val="130000"/>
              </a:lnSpc>
              <a:buClr>
                <a:srgbClr val="6600CC"/>
              </a:buClr>
              <a:buNone/>
            </a:pPr>
            <a:r>
              <a:rPr altLang="en-US" b="1" dirty="0" sz="2800" lang="zh-CN">
                <a:ea typeface="仿宋_GB2312" pitchFamily="49" charset="-122"/>
              </a:rPr>
              <a:t>     </a:t>
            </a:r>
            <a:r>
              <a:rPr altLang="en-US" b="1" dirty="0" sz="2800" lang="zh-CN">
                <a:latin typeface="Times New Roman" panose="02020603050405020304" pitchFamily="18" charset="0"/>
                <a:ea typeface="仿宋_GB2312" pitchFamily="49" charset="-122"/>
              </a:rPr>
              <a:t>无损探伤（</a:t>
            </a:r>
            <a:r>
              <a:rPr altLang="zh-CN" b="1" dirty="0" sz="2800" lang="en-US">
                <a:solidFill>
                  <a:srgbClr val="0033CC"/>
                </a:solidFill>
                <a:latin typeface="Times New Roman" panose="02020603050405020304" pitchFamily="18" charset="0"/>
                <a:ea typeface="仿宋_GB2312" pitchFamily="49" charset="-122"/>
              </a:rPr>
              <a:t>NDI——Nondestructive Inspection</a:t>
            </a:r>
            <a:r>
              <a:rPr altLang="zh-CN" b="1" dirty="0" sz="2800" lang="en-US">
                <a:latin typeface="Times New Roman" panose="02020603050405020304" pitchFamily="18" charset="0"/>
                <a:ea typeface="仿宋_GB2312" pitchFamily="49" charset="-122"/>
              </a:rPr>
              <a:t>)</a:t>
            </a:r>
            <a:endParaRPr altLang="zh-CN" b="1" dirty="0" sz="2800" lang="en-US">
              <a:latin typeface="Times New Roman" panose="02020603050405020304" pitchFamily="18" charset="0"/>
              <a:ea typeface="仿宋_GB2312" pitchFamily="49" charset="-122"/>
            </a:endParaRPr>
          </a:p>
          <a:p>
            <a:pPr eaLnBrk="1" hangingPunct="1" indent="-342900" lvl="0" marL="342900">
              <a:lnSpc>
                <a:spcPct val="130000"/>
              </a:lnSpc>
              <a:buClr>
                <a:srgbClr val="6600CC"/>
              </a:buClr>
              <a:buNone/>
            </a:pPr>
            <a:r>
              <a:rPr altLang="zh-CN" b="1" dirty="0" sz="2800" lang="en-US">
                <a:latin typeface="Times New Roman" panose="02020603050405020304" pitchFamily="18" charset="0"/>
                <a:ea typeface="仿宋_GB2312" pitchFamily="49" charset="-122"/>
              </a:rPr>
              <a:t>             </a:t>
            </a:r>
            <a:r>
              <a:rPr altLang="en-US" b="1" dirty="0" sz="2800" lang="zh-CN">
                <a:latin typeface="Times New Roman" panose="02020603050405020304" pitchFamily="18" charset="0"/>
                <a:ea typeface="仿宋_GB2312" pitchFamily="49" charset="-122"/>
              </a:rPr>
              <a:t>探测和发现缺陷</a:t>
            </a:r>
            <a:endParaRPr altLang="en-US" b="1" dirty="0" sz="2800" lang="zh-CN">
              <a:latin typeface="Times New Roman" panose="02020603050405020304" pitchFamily="18" charset="0"/>
              <a:ea typeface="仿宋_GB2312" pitchFamily="49" charset="-122"/>
            </a:endParaRPr>
          </a:p>
          <a:p>
            <a:pPr eaLnBrk="1" hangingPunct="1" indent="-342900" lvl="0" marL="342900">
              <a:lnSpc>
                <a:spcPct val="130000"/>
              </a:lnSpc>
              <a:buClr>
                <a:srgbClr val="6600CC"/>
              </a:buClr>
              <a:buNone/>
            </a:pPr>
            <a:r>
              <a:rPr altLang="en-US" b="1" dirty="0" sz="2800" lang="zh-CN">
                <a:latin typeface="Times New Roman" panose="02020603050405020304" pitchFamily="18" charset="0"/>
                <a:ea typeface="仿宋_GB2312" pitchFamily="49" charset="-122"/>
              </a:rPr>
              <a:t>     无损检测（</a:t>
            </a:r>
            <a:r>
              <a:rPr altLang="zh-CN" b="1" dirty="0" sz="2800" lang="en-US">
                <a:solidFill>
                  <a:srgbClr val="0033CC"/>
                </a:solidFill>
                <a:latin typeface="Times New Roman" panose="02020603050405020304" pitchFamily="18" charset="0"/>
                <a:ea typeface="仿宋_GB2312" pitchFamily="49" charset="-122"/>
              </a:rPr>
              <a:t>NDT——Nondestructive Testing</a:t>
            </a:r>
            <a:r>
              <a:rPr altLang="zh-CN" b="1" dirty="0" sz="2800" lang="en-US">
                <a:latin typeface="Times New Roman" panose="02020603050405020304" pitchFamily="18" charset="0"/>
                <a:ea typeface="仿宋_GB2312" pitchFamily="49" charset="-122"/>
              </a:rPr>
              <a:t>)</a:t>
            </a:r>
            <a:endParaRPr altLang="zh-CN" b="1" dirty="0" sz="2800" lang="en-US">
              <a:latin typeface="Times New Roman" panose="02020603050405020304" pitchFamily="18" charset="0"/>
              <a:ea typeface="仿宋_GB2312" pitchFamily="49" charset="-122"/>
            </a:endParaRPr>
          </a:p>
          <a:p>
            <a:pPr eaLnBrk="1" hangingPunct="1" indent="-342900" lvl="0" marL="342900">
              <a:lnSpc>
                <a:spcPct val="130000"/>
              </a:lnSpc>
              <a:buClr>
                <a:srgbClr val="6600CC"/>
              </a:buClr>
              <a:buNone/>
            </a:pPr>
            <a:r>
              <a:rPr altLang="zh-CN" b="1" dirty="0" sz="2800" lang="en-US">
                <a:latin typeface="Times New Roman" panose="02020603050405020304" pitchFamily="18" charset="0"/>
                <a:ea typeface="仿宋_GB2312" pitchFamily="49" charset="-122"/>
              </a:rPr>
              <a:t>             </a:t>
            </a:r>
            <a:r>
              <a:rPr altLang="en-US" b="1" dirty="0" sz="2800" lang="zh-CN">
                <a:latin typeface="Times New Roman" panose="02020603050405020304" pitchFamily="18" charset="0"/>
                <a:ea typeface="仿宋_GB2312" pitchFamily="49" charset="-122"/>
              </a:rPr>
              <a:t>探测和发现试件的缺陷、结构、性质、状态</a:t>
            </a:r>
            <a:endParaRPr altLang="en-US" b="1" dirty="0" sz="2800" lang="zh-CN">
              <a:latin typeface="Times New Roman" panose="02020603050405020304" pitchFamily="18" charset="0"/>
              <a:ea typeface="仿宋_GB2312" pitchFamily="49" charset="-122"/>
            </a:endParaRPr>
          </a:p>
          <a:p>
            <a:pPr eaLnBrk="1" hangingPunct="1" indent="-342900" lvl="0" marL="342900">
              <a:lnSpc>
                <a:spcPct val="130000"/>
              </a:lnSpc>
              <a:buClr>
                <a:srgbClr val="6600CC"/>
              </a:buClr>
              <a:buNone/>
            </a:pPr>
            <a:r>
              <a:rPr altLang="en-US" b="1" dirty="0" sz="2800" lang="zh-CN">
                <a:latin typeface="Times New Roman" panose="02020603050405020304" pitchFamily="18" charset="0"/>
                <a:ea typeface="仿宋_GB2312" pitchFamily="49" charset="-122"/>
              </a:rPr>
              <a:t>     无损评价（</a:t>
            </a:r>
            <a:r>
              <a:rPr altLang="zh-CN" b="1" dirty="0" sz="2800" lang="en-US">
                <a:solidFill>
                  <a:srgbClr val="0033CC"/>
                </a:solidFill>
                <a:latin typeface="Times New Roman" panose="02020603050405020304" pitchFamily="18" charset="0"/>
                <a:ea typeface="仿宋_GB2312" pitchFamily="49" charset="-122"/>
              </a:rPr>
              <a:t>NDE——Nondestructive Evaluation</a:t>
            </a:r>
            <a:r>
              <a:rPr altLang="zh-CN" b="1" dirty="0" sz="2800" lang="en-US">
                <a:latin typeface="Times New Roman" panose="02020603050405020304" pitchFamily="18" charset="0"/>
                <a:ea typeface="仿宋_GB2312" pitchFamily="49" charset="-122"/>
              </a:rPr>
              <a:t>)</a:t>
            </a:r>
            <a:endParaRPr altLang="zh-CN" b="1" dirty="0" sz="2800" lang="en-US">
              <a:latin typeface="Times New Roman" panose="02020603050405020304" pitchFamily="18" charset="0"/>
              <a:ea typeface="仿宋_GB2312" pitchFamily="49" charset="-122"/>
            </a:endParaRPr>
          </a:p>
          <a:p>
            <a:pPr eaLnBrk="1" hangingPunct="1" indent="-342900" lvl="0" marL="342900">
              <a:lnSpc>
                <a:spcPct val="130000"/>
              </a:lnSpc>
              <a:buClr>
                <a:srgbClr val="6600CC"/>
              </a:buClr>
              <a:buNone/>
            </a:pPr>
            <a:r>
              <a:rPr altLang="zh-CN" b="1" dirty="0" sz="2800" lang="en-US">
                <a:latin typeface="Times New Roman" panose="02020603050405020304" pitchFamily="18" charset="0"/>
                <a:ea typeface="仿宋_GB2312" pitchFamily="49" charset="-122"/>
              </a:rPr>
              <a:t>                 </a:t>
            </a:r>
            <a:endParaRPr altLang="zh-CN" b="1" dirty="0" sz="2800" lang="en-US">
              <a:latin typeface="Times New Roman" panose="02020603050405020304" pitchFamily="18" charset="0"/>
              <a:ea typeface="仿宋_GB2312" pitchFamily="49" charset="-122"/>
            </a:endParaRPr>
          </a:p>
        </p:txBody>
      </p:sp>
      <mc:AlternateContent xmlns:mc="http://schemas.openxmlformats.org/markup-compatibility/2006">
        <mc:Choice xmlns:p14="http://schemas.microsoft.com/office/powerpoint/2010/main" Requires="p14">
          <p:contentPart p14:bwMode="auto" r:id="rId1">
            <p14:nvContentPartPr>
              <p14:cNvPr id="1048862" name=""/>
              <p14:cNvContentPartPr/>
              <p14:nvPr/>
            </p14:nvContentPartPr>
            <p14:xfrm>
              <a:off x="5366738" y="1678566"/>
              <a:ext cx="117883" cy="72950"/>
            </p14:xfrm>
          </p:contentPart>
        </mc:Choice>
        <mc:Fallback>
          <p:sp>
            <p:nvSpPr>
              <p:cNvPr id="1048862" name=""/>
              <p:cNvSpPr/>
              <p:nvPr/>
            </p:nvSpPr>
            <p:spPr>
              <a:xfrm>
                <a:off x="5366738" y="1678566"/>
                <a:ext cx="117883" cy="72950"/>
              </a:xfrm>
            </p:spPr>
          </p:sp>
        </mc:Fallback>
      </mc:AlternateContent>
      <mc:AlternateContent xmlns:mc="http://schemas.openxmlformats.org/markup-compatibility/2006">
        <mc:Choice xmlns:p14="http://schemas.microsoft.com/office/powerpoint/2010/main" Requires="p14">
          <p:contentPart p14:bwMode="auto" r:id="rId2">
            <p14:nvContentPartPr>
              <p14:cNvPr id="1048863" name=""/>
              <p14:cNvContentPartPr/>
              <p14:nvPr/>
            </p14:nvContentPartPr>
            <p14:xfrm>
              <a:off x="5430901" y="1623229"/>
              <a:ext cx="116207" cy="297265"/>
            </p14:xfrm>
          </p:contentPart>
        </mc:Choice>
        <mc:Fallback>
          <p:sp>
            <p:nvSpPr>
              <p:cNvPr id="1048863" name=""/>
              <p:cNvSpPr/>
              <p:nvPr/>
            </p:nvSpPr>
            <p:spPr>
              <a:xfrm>
                <a:off x="5430901" y="1623229"/>
                <a:ext cx="116207" cy="297265"/>
              </a:xfrm>
            </p:spPr>
          </p:sp>
        </mc:Fallback>
      </mc:AlternateContent>
      <mc:AlternateContent xmlns:mc="http://schemas.openxmlformats.org/markup-compatibility/2006">
        <mc:Choice xmlns:p14="http://schemas.microsoft.com/office/powerpoint/2010/main" Requires="p14">
          <p:contentPart p14:bwMode="auto" r:id="rId3">
            <p14:nvContentPartPr>
              <p14:cNvPr id="1048864" name=""/>
              <p14:cNvContentPartPr/>
              <p14:nvPr/>
            </p14:nvContentPartPr>
            <p14:xfrm>
              <a:off x="5515408" y="1595653"/>
              <a:ext cx="35244" cy="126971"/>
            </p14:xfrm>
          </p:contentPart>
        </mc:Choice>
        <mc:Fallback>
          <p:sp>
            <p:nvSpPr>
              <p:cNvPr id="1048864" name=""/>
              <p:cNvSpPr/>
              <p:nvPr/>
            </p:nvSpPr>
            <p:spPr>
              <a:xfrm>
                <a:off x="5515408" y="1595653"/>
                <a:ext cx="35244" cy="126971"/>
              </a:xfrm>
            </p:spPr>
          </p:sp>
        </mc:Fallback>
      </mc:AlternateContent>
      <mc:AlternateContent xmlns:mc="http://schemas.openxmlformats.org/markup-compatibility/2006">
        <mc:Choice xmlns:p14="http://schemas.microsoft.com/office/powerpoint/2010/main" Requires="p14">
          <p:contentPart p14:bwMode="auto" r:id="rId4">
            <p14:nvContentPartPr>
              <p14:cNvPr id="1048865" name=""/>
              <p14:cNvContentPartPr/>
              <p14:nvPr/>
            </p14:nvContentPartPr>
            <p14:xfrm>
              <a:off x="5506476" y="1547695"/>
              <a:ext cx="54355" cy="278714"/>
            </p14:xfrm>
          </p:contentPart>
        </mc:Choice>
        <mc:Fallback>
          <p:sp>
            <p:nvSpPr>
              <p:cNvPr id="1048865" name=""/>
              <p:cNvSpPr/>
              <p:nvPr/>
            </p:nvSpPr>
            <p:spPr>
              <a:xfrm>
                <a:off x="5506476" y="1547695"/>
                <a:ext cx="54355" cy="278714"/>
              </a:xfrm>
            </p:spPr>
          </p:sp>
        </mc:Fallback>
      </mc:AlternateContent>
      <mc:AlternateContent xmlns:mc="http://schemas.openxmlformats.org/markup-compatibility/2006">
        <mc:Choice xmlns:p14="http://schemas.microsoft.com/office/powerpoint/2010/main" Requires="p14">
          <p:contentPart p14:bwMode="auto" r:id="rId5">
            <p14:nvContentPartPr>
              <p14:cNvPr id="1048866" name=""/>
              <p14:cNvContentPartPr/>
              <p14:nvPr/>
            </p14:nvContentPartPr>
            <p14:xfrm>
              <a:off x="5554374" y="1682272"/>
              <a:ext cx="122117" cy="142866"/>
            </p14:xfrm>
          </p:contentPart>
        </mc:Choice>
        <mc:Fallback>
          <p:sp>
            <p:nvSpPr>
              <p:cNvPr id="1048866" name=""/>
              <p:cNvSpPr/>
              <p:nvPr/>
            </p:nvSpPr>
            <p:spPr>
              <a:xfrm>
                <a:off x="5554374" y="1682272"/>
                <a:ext cx="122117" cy="142866"/>
              </a:xfrm>
            </p:spPr>
          </p:sp>
        </mc:Fallback>
      </mc:AlternateContent>
      <mc:AlternateContent xmlns:mc="http://schemas.openxmlformats.org/markup-compatibility/2006">
        <mc:Choice xmlns:p14="http://schemas.microsoft.com/office/powerpoint/2010/main" Requires="p14">
          <p:contentPart p14:bwMode="auto" r:id="rId6">
            <p14:nvContentPartPr>
              <p14:cNvPr id="1048867" name=""/>
              <p14:cNvContentPartPr/>
              <p14:nvPr/>
            </p14:nvContentPartPr>
            <p14:xfrm>
              <a:off x="5578346" y="1749719"/>
              <a:ext cx="15649" cy="171327"/>
            </p14:xfrm>
          </p:contentPart>
        </mc:Choice>
        <mc:Fallback>
          <p:sp>
            <p:nvSpPr>
              <p:cNvPr id="1048867" name=""/>
              <p:cNvSpPr/>
              <p:nvPr/>
            </p:nvSpPr>
            <p:spPr>
              <a:xfrm>
                <a:off x="5578346" y="1749719"/>
                <a:ext cx="15649" cy="171327"/>
              </a:xfrm>
            </p:spPr>
          </p:sp>
        </mc:Fallback>
      </mc:AlternateContent>
      <mc:AlternateContent xmlns:mc="http://schemas.openxmlformats.org/markup-compatibility/2006">
        <mc:Choice xmlns:p14="http://schemas.microsoft.com/office/powerpoint/2010/main" Requires="p14">
          <p:contentPart p14:bwMode="auto" r:id="rId7">
            <p14:nvContentPartPr>
              <p14:cNvPr id="1048868" name=""/>
              <p14:cNvContentPartPr/>
              <p14:nvPr/>
            </p14:nvContentPartPr>
            <p14:xfrm>
              <a:off x="5607727" y="1813263"/>
              <a:ext cx="126544" cy="37421"/>
            </p14:xfrm>
          </p:contentPart>
        </mc:Choice>
        <mc:Fallback>
          <p:sp>
            <p:nvSpPr>
              <p:cNvPr id="1048868" name=""/>
              <p:cNvSpPr/>
              <p:nvPr/>
            </p:nvSpPr>
            <p:spPr>
              <a:xfrm>
                <a:off x="5607727" y="1813263"/>
                <a:ext cx="126544" cy="37421"/>
              </a:xfrm>
            </p:spPr>
          </p:sp>
        </mc:Fallback>
      </mc:AlternateContent>
      <mc:AlternateContent xmlns:mc="http://schemas.openxmlformats.org/markup-compatibility/2006">
        <mc:Choice xmlns:p14="http://schemas.microsoft.com/office/powerpoint/2010/main" Requires="p14">
          <p:contentPart p14:bwMode="auto" r:id="rId8">
            <p14:nvContentPartPr>
              <p14:cNvPr id="1048869" name=""/>
              <p14:cNvContentPartPr/>
              <p14:nvPr/>
            </p14:nvContentPartPr>
            <p14:xfrm>
              <a:off x="5728081" y="1492544"/>
              <a:ext cx="55892" cy="200827"/>
            </p14:xfrm>
          </p:contentPart>
        </mc:Choice>
        <mc:Fallback>
          <p:sp>
            <p:nvSpPr>
              <p:cNvPr id="1048869" name=""/>
              <p:cNvSpPr/>
              <p:nvPr/>
            </p:nvSpPr>
            <p:spPr>
              <a:xfrm>
                <a:off x="5728081" y="1492544"/>
                <a:ext cx="55892" cy="200827"/>
              </a:xfrm>
            </p:spPr>
          </p:sp>
        </mc:Fallback>
      </mc:AlternateContent>
      <mc:AlternateContent xmlns:mc="http://schemas.openxmlformats.org/markup-compatibility/2006">
        <mc:Choice xmlns:p14="http://schemas.microsoft.com/office/powerpoint/2010/main" Requires="p14">
          <p:contentPart p14:bwMode="auto" r:id="rId9">
            <p14:nvContentPartPr>
              <p14:cNvPr id="1048870" name=""/>
              <p14:cNvContentPartPr/>
              <p14:nvPr/>
            </p14:nvContentPartPr>
            <p14:xfrm>
              <a:off x="5771983" y="1602248"/>
              <a:ext cx="70151" cy="143069"/>
            </p14:xfrm>
          </p:contentPart>
        </mc:Choice>
        <mc:Fallback>
          <p:sp>
            <p:nvSpPr>
              <p:cNvPr id="1048870" name=""/>
              <p:cNvSpPr/>
              <p:nvPr/>
            </p:nvSpPr>
            <p:spPr>
              <a:xfrm>
                <a:off x="5771983" y="1602248"/>
                <a:ext cx="70151" cy="143069"/>
              </a:xfrm>
            </p:spPr>
          </p:sp>
        </mc:Fallback>
      </mc:AlternateContent>
      <mc:AlternateContent xmlns:mc="http://schemas.openxmlformats.org/markup-compatibility/2006">
        <mc:Choice xmlns:p14="http://schemas.microsoft.com/office/powerpoint/2010/main" Requires="p14">
          <p:contentPart p14:bwMode="auto" r:id="rId10">
            <p14:nvContentPartPr>
              <p14:cNvPr id="1048871" name=""/>
              <p14:cNvContentPartPr/>
              <p14:nvPr/>
            </p14:nvContentPartPr>
            <p14:xfrm>
              <a:off x="5825793" y="1445785"/>
              <a:ext cx="116615" cy="268945"/>
            </p14:xfrm>
          </p:contentPart>
        </mc:Choice>
        <mc:Fallback>
          <p:sp>
            <p:nvSpPr>
              <p:cNvPr id="1048871" name=""/>
              <p:cNvSpPr/>
              <p:nvPr/>
            </p:nvSpPr>
            <p:spPr>
              <a:xfrm>
                <a:off x="5825793" y="1445785"/>
                <a:ext cx="116615" cy="268945"/>
              </a:xfrm>
            </p:spPr>
          </p:sp>
        </mc:Fallback>
      </mc:AlternateContent>
      <mc:AlternateContent xmlns:mc="http://schemas.openxmlformats.org/markup-compatibility/2006">
        <mc:Choice xmlns:p14="http://schemas.microsoft.com/office/powerpoint/2010/main" Requires="p14">
          <p:contentPart p14:bwMode="auto" r:id="rId11">
            <p14:nvContentPartPr>
              <p14:cNvPr id="1048872" name=""/>
              <p14:cNvContentPartPr/>
              <p14:nvPr/>
            </p14:nvContentPartPr>
            <p14:xfrm>
              <a:off x="5859507" y="1572155"/>
              <a:ext cx="172543" cy="121232"/>
            </p14:xfrm>
          </p:contentPart>
        </mc:Choice>
        <mc:Fallback>
          <p:sp>
            <p:nvSpPr>
              <p:cNvPr id="1048872" name=""/>
              <p:cNvSpPr/>
              <p:nvPr/>
            </p:nvSpPr>
            <p:spPr>
              <a:xfrm>
                <a:off x="5859507" y="1572155"/>
                <a:ext cx="172543" cy="121232"/>
              </a:xfrm>
            </p:spPr>
          </p:sp>
        </mc:Fallback>
      </mc:AlternateContent>
      <mc:AlternateContent xmlns:mc="http://schemas.openxmlformats.org/markup-compatibility/2006">
        <mc:Choice xmlns:p14="http://schemas.microsoft.com/office/powerpoint/2010/main" Requires="p14">
          <p:contentPart p14:bwMode="auto" r:id="rId12">
            <p14:nvContentPartPr>
              <p14:cNvPr id="1048873" name=""/>
              <p14:cNvContentPartPr/>
              <p14:nvPr/>
            </p14:nvContentPartPr>
            <p14:xfrm>
              <a:off x="6092104" y="1638816"/>
              <a:ext cx="0" cy="0"/>
            </p14:xfrm>
          </p:contentPart>
        </mc:Choice>
        <mc:Fallback>
          <p:sp>
            <p:nvSpPr>
              <p:cNvPr id="1048873" name=""/>
              <p:cNvSpPr/>
              <p:nvPr/>
            </p:nvSpPr>
            <p:spPr>
              <a:xfrm>
                <a:off x="6092104" y="1638816"/>
                <a:ext cx="0" cy="0"/>
              </a:xfrm>
            </p:spPr>
          </p:sp>
        </mc:Fallback>
      </mc:AlternateContent>
      <mc:AlternateContent xmlns:mc="http://schemas.openxmlformats.org/markup-compatibility/2006">
        <mc:Choice xmlns:p14="http://schemas.microsoft.com/office/powerpoint/2010/main" Requires="p14">
          <p:contentPart p14:bwMode="auto" r:id="rId13">
            <p14:nvContentPartPr>
              <p14:cNvPr id="1048874" name=""/>
              <p14:cNvContentPartPr/>
              <p14:nvPr/>
            </p14:nvContentPartPr>
            <p14:xfrm>
              <a:off x="6076150" y="1285959"/>
              <a:ext cx="50990" cy="131494"/>
            </p14:xfrm>
          </p:contentPart>
        </mc:Choice>
        <mc:Fallback>
          <p:sp>
            <p:nvSpPr>
              <p:cNvPr id="1048874" name=""/>
              <p:cNvSpPr/>
              <p:nvPr/>
            </p:nvSpPr>
            <p:spPr>
              <a:xfrm>
                <a:off x="6076150" y="1285959"/>
                <a:ext cx="50990" cy="131494"/>
              </a:xfrm>
            </p:spPr>
          </p:sp>
        </mc:Fallback>
      </mc:AlternateContent>
      <mc:AlternateContent xmlns:mc="http://schemas.openxmlformats.org/markup-compatibility/2006">
        <mc:Choice xmlns:p14="http://schemas.microsoft.com/office/powerpoint/2010/main" Requires="p14">
          <p:contentPart p14:bwMode="auto" r:id="rId14">
            <p14:nvContentPartPr>
              <p14:cNvPr id="1048875" name=""/>
              <p14:cNvContentPartPr/>
              <p14:nvPr/>
            </p14:nvContentPartPr>
            <p14:xfrm>
              <a:off x="6060331" y="1429833"/>
              <a:ext cx="35483" cy="37196"/>
            </p14:xfrm>
          </p:contentPart>
        </mc:Choice>
        <mc:Fallback>
          <p:sp>
            <p:nvSpPr>
              <p:cNvPr id="1048875" name=""/>
              <p:cNvSpPr/>
              <p:nvPr/>
            </p:nvSpPr>
            <p:spPr>
              <a:xfrm>
                <a:off x="6060331" y="1429833"/>
                <a:ext cx="35483" cy="37196"/>
              </a:xfrm>
            </p:spPr>
          </p:sp>
        </mc:Fallback>
      </mc:AlternateContent>
      <mc:AlternateContent xmlns:mc="http://schemas.openxmlformats.org/markup-compatibility/2006">
        <mc:Choice xmlns:p14="http://schemas.microsoft.com/office/powerpoint/2010/main" Requires="p14">
          <p:contentPart p14:bwMode="auto" r:id="rId15">
            <p14:nvContentPartPr>
              <p14:cNvPr id="1048876" name=""/>
              <p14:cNvContentPartPr/>
              <p14:nvPr/>
            </p14:nvContentPartPr>
            <p14:xfrm>
              <a:off x="6111287" y="1283931"/>
              <a:ext cx="166814" cy="76362"/>
            </p14:xfrm>
          </p:contentPart>
        </mc:Choice>
        <mc:Fallback>
          <p:sp>
            <p:nvSpPr>
              <p:cNvPr id="1048876" name=""/>
              <p:cNvSpPr/>
              <p:nvPr/>
            </p:nvSpPr>
            <p:spPr>
              <a:xfrm>
                <a:off x="6111287" y="1283931"/>
                <a:ext cx="166814" cy="76362"/>
              </a:xfrm>
            </p:spPr>
          </p:sp>
        </mc:Fallback>
      </mc:AlternateContent>
      <mc:AlternateContent xmlns:mc="http://schemas.openxmlformats.org/markup-compatibility/2006">
        <mc:Choice xmlns:p14="http://schemas.microsoft.com/office/powerpoint/2010/main" Requires="p14">
          <p:contentPart p14:bwMode="auto" r:id="rId16">
            <p14:nvContentPartPr>
              <p14:cNvPr id="1048877" name=""/>
              <p14:cNvContentPartPr/>
              <p14:nvPr/>
            </p14:nvContentPartPr>
            <p14:xfrm>
              <a:off x="6098779" y="1385472"/>
              <a:ext cx="29293" cy="101978"/>
            </p14:xfrm>
          </p:contentPart>
        </mc:Choice>
        <mc:Fallback>
          <p:sp>
            <p:nvSpPr>
              <p:cNvPr id="1048877" name=""/>
              <p:cNvSpPr/>
              <p:nvPr/>
            </p:nvSpPr>
            <p:spPr>
              <a:xfrm>
                <a:off x="6098779" y="1385472"/>
                <a:ext cx="29293" cy="101978"/>
              </a:xfrm>
            </p:spPr>
          </p:sp>
        </mc:Fallback>
      </mc:AlternateContent>
      <mc:AlternateContent xmlns:mc="http://schemas.openxmlformats.org/markup-compatibility/2006">
        <mc:Choice xmlns:p14="http://schemas.microsoft.com/office/powerpoint/2010/main" Requires="p14">
          <p:contentPart p14:bwMode="auto" r:id="rId17">
            <p14:nvContentPartPr>
              <p14:cNvPr id="1048878" name=""/>
              <p14:cNvContentPartPr/>
              <p14:nvPr/>
            </p14:nvContentPartPr>
            <p14:xfrm>
              <a:off x="6170635" y="1387870"/>
              <a:ext cx="46361" cy="0"/>
            </p14:xfrm>
          </p:contentPart>
        </mc:Choice>
        <mc:Fallback>
          <p:sp>
            <p:nvSpPr>
              <p:cNvPr id="1048878" name=""/>
              <p:cNvSpPr/>
              <p:nvPr/>
            </p:nvSpPr>
            <p:spPr>
              <a:xfrm>
                <a:off x="6170635" y="1387870"/>
                <a:ext cx="46361" cy="0"/>
              </a:xfrm>
            </p:spPr>
          </p:sp>
        </mc:Fallback>
      </mc:AlternateContent>
      <mc:AlternateContent xmlns:mc="http://schemas.openxmlformats.org/markup-compatibility/2006">
        <mc:Choice xmlns:p14="http://schemas.microsoft.com/office/powerpoint/2010/main" Requires="p14">
          <p:contentPart p14:bwMode="auto" r:id="rId18">
            <p14:nvContentPartPr>
              <p14:cNvPr id="1048879" name=""/>
              <p14:cNvContentPartPr/>
              <p14:nvPr/>
            </p14:nvContentPartPr>
            <p14:xfrm>
              <a:off x="6089618" y="1438825"/>
              <a:ext cx="52242" cy="136324"/>
            </p14:xfrm>
          </p:contentPart>
        </mc:Choice>
        <mc:Fallback>
          <p:sp>
            <p:nvSpPr>
              <p:cNvPr id="1048879" name=""/>
              <p:cNvSpPr/>
              <p:nvPr/>
            </p:nvSpPr>
            <p:spPr>
              <a:xfrm>
                <a:off x="6089618" y="1438825"/>
                <a:ext cx="52242" cy="136324"/>
              </a:xfrm>
            </p:spPr>
          </p:sp>
        </mc:Fallback>
      </mc:AlternateContent>
      <mc:AlternateContent xmlns:mc="http://schemas.openxmlformats.org/markup-compatibility/2006">
        <mc:Choice xmlns:p14="http://schemas.microsoft.com/office/powerpoint/2010/main" Requires="p14">
          <p:contentPart p14:bwMode="auto" r:id="rId19">
            <p14:nvContentPartPr>
              <p14:cNvPr id="1048880" name=""/>
              <p14:cNvContentPartPr/>
              <p14:nvPr/>
            </p14:nvContentPartPr>
            <p14:xfrm>
              <a:off x="6133467" y="1455474"/>
              <a:ext cx="108484" cy="12725"/>
            </p14:xfrm>
          </p:contentPart>
        </mc:Choice>
        <mc:Fallback>
          <p:sp>
            <p:nvSpPr>
              <p:cNvPr id="1048880" name=""/>
              <p:cNvSpPr/>
              <p:nvPr/>
            </p:nvSpPr>
            <p:spPr>
              <a:xfrm>
                <a:off x="6133467" y="1455474"/>
                <a:ext cx="108484" cy="12725"/>
              </a:xfrm>
            </p:spPr>
          </p:sp>
        </mc:Fallback>
      </mc:AlternateContent>
      <mc:AlternateContent xmlns:mc="http://schemas.openxmlformats.org/markup-compatibility/2006">
        <mc:Choice xmlns:p14="http://schemas.microsoft.com/office/powerpoint/2010/main" Requires="p14">
          <p:contentPart p14:bwMode="auto" r:id="rId20">
            <p14:nvContentPartPr>
              <p14:cNvPr id="1048881" name=""/>
              <p14:cNvContentPartPr/>
              <p14:nvPr/>
            </p14:nvContentPartPr>
            <p14:xfrm>
              <a:off x="6164640" y="1538938"/>
              <a:ext cx="15705" cy="46791"/>
            </p14:xfrm>
          </p:contentPart>
        </mc:Choice>
        <mc:Fallback>
          <p:sp>
            <p:nvSpPr>
              <p:cNvPr id="1048881" name=""/>
              <p:cNvSpPr/>
              <p:nvPr/>
            </p:nvSpPr>
            <p:spPr>
              <a:xfrm>
                <a:off x="6164640" y="1538938"/>
                <a:ext cx="15705" cy="46791"/>
              </a:xfrm>
            </p:spPr>
          </p:sp>
        </mc:Fallback>
      </mc:AlternateContent>
      <mc:AlternateContent xmlns:mc="http://schemas.openxmlformats.org/markup-compatibility/2006">
        <mc:Choice xmlns:p14="http://schemas.microsoft.com/office/powerpoint/2010/main" Requires="p14">
          <p:contentPart p14:bwMode="auto" r:id="rId21">
            <p14:nvContentPartPr>
              <p14:cNvPr id="1048882" name=""/>
              <p14:cNvContentPartPr/>
              <p14:nvPr/>
            </p14:nvContentPartPr>
            <p14:xfrm>
              <a:off x="6160444" y="1529945"/>
              <a:ext cx="95014" cy="98693"/>
            </p14:xfrm>
          </p:contentPart>
        </mc:Choice>
        <mc:Fallback>
          <p:sp>
            <p:nvSpPr>
              <p:cNvPr id="1048882" name=""/>
              <p:cNvSpPr/>
              <p:nvPr/>
            </p:nvSpPr>
            <p:spPr>
              <a:xfrm>
                <a:off x="6160444" y="1529945"/>
                <a:ext cx="95014" cy="98693"/>
              </a:xfrm>
            </p:spPr>
          </p:sp>
        </mc:Fallback>
      </mc:AlternateContent>
      <mc:AlternateContent xmlns:mc="http://schemas.openxmlformats.org/markup-compatibility/2006">
        <mc:Choice xmlns:p14="http://schemas.microsoft.com/office/powerpoint/2010/main" Requires="p14">
          <p:contentPart p14:bwMode="auto" r:id="rId22">
            <p14:nvContentPartPr>
              <p14:cNvPr id="1048883" name=""/>
              <p14:cNvContentPartPr/>
              <p14:nvPr/>
            </p14:nvContentPartPr>
            <p14:xfrm>
              <a:off x="6337289" y="1276367"/>
              <a:ext cx="68977" cy="264542"/>
            </p14:xfrm>
          </p:contentPart>
        </mc:Choice>
        <mc:Fallback>
          <p:sp>
            <p:nvSpPr>
              <p:cNvPr id="1048883" name=""/>
              <p:cNvSpPr/>
              <p:nvPr/>
            </p:nvSpPr>
            <p:spPr>
              <a:xfrm>
                <a:off x="6337289" y="1276367"/>
                <a:ext cx="68977" cy="264542"/>
              </a:xfrm>
            </p:spPr>
          </p:sp>
        </mc:Fallback>
      </mc:AlternateContent>
      <mc:AlternateContent xmlns:mc="http://schemas.openxmlformats.org/markup-compatibility/2006">
        <mc:Choice xmlns:p14="http://schemas.microsoft.com/office/powerpoint/2010/main" Requires="p14">
          <p:contentPart p14:bwMode="auto" r:id="rId23">
            <p14:nvContentPartPr>
              <p14:cNvPr id="1048884" name=""/>
              <p14:cNvContentPartPr/>
              <p14:nvPr/>
            </p14:nvContentPartPr>
            <p14:xfrm>
              <a:off x="6331294" y="1251408"/>
              <a:ext cx="101913" cy="197191"/>
            </p14:xfrm>
          </p:contentPart>
        </mc:Choice>
        <mc:Fallback>
          <p:sp>
            <p:nvSpPr>
              <p:cNvPr id="1048884" name=""/>
              <p:cNvSpPr/>
              <p:nvPr/>
            </p:nvSpPr>
            <p:spPr>
              <a:xfrm>
                <a:off x="6331294" y="1251408"/>
                <a:ext cx="101913" cy="197191"/>
              </a:xfrm>
            </p:spPr>
          </p:sp>
        </mc:Fallback>
      </mc:AlternateContent>
      <mc:AlternateContent xmlns:mc="http://schemas.openxmlformats.org/markup-compatibility/2006">
        <mc:Choice xmlns:p14="http://schemas.microsoft.com/office/powerpoint/2010/main" Requires="p14">
          <p:contentPart p14:bwMode="auto" r:id="rId24">
            <p14:nvContentPartPr>
              <p14:cNvPr id="1048885" name=""/>
              <p14:cNvContentPartPr/>
              <p14:nvPr/>
            </p14:nvContentPartPr>
            <p14:xfrm>
              <a:off x="6406228" y="1201192"/>
              <a:ext cx="127327" cy="119218"/>
            </p14:xfrm>
          </p:contentPart>
        </mc:Choice>
        <mc:Fallback>
          <p:sp>
            <p:nvSpPr>
              <p:cNvPr id="1048885" name=""/>
              <p:cNvSpPr/>
              <p:nvPr/>
            </p:nvSpPr>
            <p:spPr>
              <a:xfrm>
                <a:off x="6406228" y="1201192"/>
                <a:ext cx="127327" cy="119218"/>
              </a:xfrm>
            </p:spPr>
          </p:sp>
        </mc:Fallback>
      </mc:AlternateContent>
      <mc:AlternateContent xmlns:mc="http://schemas.openxmlformats.org/markup-compatibility/2006">
        <mc:Choice xmlns:p14="http://schemas.microsoft.com/office/powerpoint/2010/main" Requires="p14">
          <p:contentPart p14:bwMode="auto" r:id="rId25">
            <p14:nvContentPartPr>
              <p14:cNvPr id="1048886" name=""/>
              <p14:cNvContentPartPr/>
              <p14:nvPr/>
            </p14:nvContentPartPr>
            <p14:xfrm>
              <a:off x="6445195" y="1296086"/>
              <a:ext cx="76294" cy="52949"/>
            </p14:xfrm>
          </p:contentPart>
        </mc:Choice>
        <mc:Fallback>
          <p:sp>
            <p:nvSpPr>
              <p:cNvPr id="1048886" name=""/>
              <p:cNvSpPr/>
              <p:nvPr/>
            </p:nvSpPr>
            <p:spPr>
              <a:xfrm>
                <a:off x="6445195" y="1296086"/>
                <a:ext cx="76294" cy="52949"/>
              </a:xfrm>
            </p:spPr>
          </p:sp>
        </mc:Fallback>
      </mc:AlternateContent>
      <mc:AlternateContent xmlns:mc="http://schemas.openxmlformats.org/markup-compatibility/2006">
        <mc:Choice xmlns:p14="http://schemas.microsoft.com/office/powerpoint/2010/main" Requires="p14">
          <p:contentPart p14:bwMode="auto" r:id="rId26">
            <p14:nvContentPartPr>
              <p14:cNvPr id="1048887" name=""/>
              <p14:cNvContentPartPr/>
              <p14:nvPr/>
            </p14:nvContentPartPr>
            <p14:xfrm>
              <a:off x="6426012" y="1290755"/>
              <a:ext cx="178276" cy="220971"/>
            </p14:xfrm>
          </p:contentPart>
        </mc:Choice>
        <mc:Fallback>
          <p:sp>
            <p:nvSpPr>
              <p:cNvPr id="1048887" name=""/>
              <p:cNvSpPr/>
              <p:nvPr/>
            </p:nvSpPr>
            <p:spPr>
              <a:xfrm>
                <a:off x="6426012" y="1290755"/>
                <a:ext cx="178276" cy="220971"/>
              </a:xfrm>
            </p:spPr>
          </p:sp>
        </mc:Fallback>
      </mc:AlternateContent>
      <mc:AlternateContent xmlns:mc="http://schemas.openxmlformats.org/markup-compatibility/2006">
        <mc:Choice xmlns:p14="http://schemas.microsoft.com/office/powerpoint/2010/main" Requires="p14">
          <p:contentPart p14:bwMode="auto" r:id="rId27">
            <p14:nvContentPartPr>
              <p14:cNvPr id="1048888" name=""/>
              <p14:cNvContentPartPr/>
              <p14:nvPr/>
            </p14:nvContentPartPr>
            <p14:xfrm>
              <a:off x="6659207" y="1404056"/>
              <a:ext cx="0" cy="0"/>
            </p14:xfrm>
          </p:contentPart>
        </mc:Choice>
        <mc:Fallback>
          <p:sp>
            <p:nvSpPr>
              <p:cNvPr id="1048888" name=""/>
              <p:cNvSpPr/>
              <p:nvPr/>
            </p:nvSpPr>
            <p:spPr>
              <a:xfrm>
                <a:off x="6659207" y="1404056"/>
                <a:ext cx="0" cy="0"/>
              </a:xfrm>
            </p:spPr>
          </p:sp>
        </mc:Fallback>
      </mc:AlternateContent>
      <mc:AlternateContent xmlns:mc="http://schemas.openxmlformats.org/markup-compatibility/2006">
        <mc:Choice xmlns:p14="http://schemas.microsoft.com/office/powerpoint/2010/main" Requires="p14">
          <p:contentPart p14:bwMode="auto" r:id="rId28">
            <p14:nvContentPartPr>
              <p14:cNvPr id="1048889" name=""/>
              <p14:cNvContentPartPr/>
              <p14:nvPr/>
            </p14:nvContentPartPr>
            <p14:xfrm>
              <a:off x="5542385" y="1445814"/>
              <a:ext cx="1279500" cy="616834"/>
            </p14:xfrm>
          </p:contentPart>
        </mc:Choice>
        <mc:Fallback>
          <p:sp>
            <p:nvSpPr>
              <p:cNvPr id="1048889" name=""/>
              <p:cNvSpPr/>
              <p:nvPr/>
            </p:nvSpPr>
            <p:spPr>
              <a:xfrm>
                <a:off x="5542385" y="1445814"/>
                <a:ext cx="1279500" cy="616834"/>
              </a:xfrm>
            </p:spPr>
          </p:sp>
        </mc:Fallback>
      </mc:AlternateContent>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048655">
                                            <p:txEl>
                                              <p:charRg st="0" end="1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1048656">
                                            <p:txEl>
                                              <p:charRg st="0" end="15"/>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1048656">
                                            <p:txEl>
                                              <p:charRg st="15" end="57"/>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1048656">
                                            <p:txEl>
                                              <p:charRg st="57" end="78"/>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1048656">
                                            <p:txEl>
                                              <p:charRg st="78" end="117"/>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 presetSubtype="0">
                                  <p:stCondLst>
                                    <p:cond delay="0"/>
                                  </p:stCondLst>
                                  <p:childTnLst>
                                    <p:set>
                                      <p:cBhvr>
                                        <p:cTn dur="1" fill="hold" id="26">
                                          <p:stCondLst>
                                            <p:cond delay="0"/>
                                          </p:stCondLst>
                                        </p:cTn>
                                        <p:tgtEl>
                                          <p:spTgt spid="1048656">
                                            <p:txEl>
                                              <p:charRg st="117" end="150"/>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1" presetSubtype="0">
                                  <p:stCondLst>
                                    <p:cond delay="0"/>
                                  </p:stCondLst>
                                  <p:childTnLst>
                                    <p:set>
                                      <p:cBhvr>
                                        <p:cTn dur="1" fill="hold" id="30">
                                          <p:stCondLst>
                                            <p:cond delay="0"/>
                                          </p:stCondLst>
                                        </p:cTn>
                                        <p:tgtEl>
                                          <p:spTgt spid="1048656">
                                            <p:txEl>
                                              <p:charRg st="150" end="192"/>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grpId="0" id="33" nodeType="clickEffect" presetClass="entr" presetID="1" presetSubtype="0">
                                  <p:stCondLst>
                                    <p:cond delay="0"/>
                                  </p:stCondLst>
                                  <p:childTnLst>
                                    <p:set>
                                      <p:cBhvr>
                                        <p:cTn dur="1" fill="hold" id="34">
                                          <p:stCondLst>
                                            <p:cond delay="0"/>
                                          </p:stCondLst>
                                        </p:cTn>
                                        <p:tgtEl>
                                          <p:spTgt spid="1048656">
                                            <p:txEl>
                                              <p:charRg st="192" end="2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5" grpId="0" build="p"/>
      <p:bldP spid="104865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p:grpSpPr>
      <p:sp>
        <p:nvSpPr>
          <p:cNvPr id="1048657"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12</a:t>
            </a:fld>
            <a:endParaRPr altLang="zh-CN" dirty="0" sz="1200" lang="en-US">
              <a:latin typeface="Arial Black" panose="020B0A04020102020204" pitchFamily="34" charset="0"/>
            </a:endParaRPr>
          </a:p>
        </p:txBody>
      </p:sp>
      <p:sp>
        <p:nvSpPr>
          <p:cNvPr id="1048658"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59" name="Rectangle 3"/>
          <p:cNvSpPr>
            <a:spLocks noGrp="1"/>
          </p:cNvSpPr>
          <p:nvPr>
            <p:ph idx="1"/>
          </p:nvPr>
        </p:nvSpPr>
        <p:spPr/>
        <p:txBody>
          <a:bodyPr anchor="t" bIns="45720" lIns="91440" rIns="91440" tIns="45720" vert="horz" wrap="square"/>
          <a:p>
            <a:pPr eaLnBrk="1" hangingPunct="1"/>
            <a:r>
              <a:rPr altLang="en-US" b="1" dirty="0" lang="zh-CN">
                <a:solidFill>
                  <a:schemeClr val="bg2"/>
                </a:solidFill>
                <a:latin typeface="黑体" panose="02010609060101010101" pitchFamily="49" charset="-122"/>
                <a:ea typeface="黑体" panose="02010609060101010101" pitchFamily="49" charset="-122"/>
              </a:rPr>
              <a:t>无损评价（</a:t>
            </a:r>
            <a:r>
              <a:rPr altLang="zh-CN" b="1" dirty="0" lang="en-US">
                <a:solidFill>
                  <a:schemeClr val="bg2"/>
                </a:solidFill>
                <a:latin typeface="黑体" panose="02010609060101010101" pitchFamily="49" charset="-122"/>
                <a:ea typeface="黑体" panose="02010609060101010101" pitchFamily="49" charset="-122"/>
              </a:rPr>
              <a:t>NDE)</a:t>
            </a:r>
            <a:r>
              <a:rPr altLang="zh-CN" b="1" dirty="0" lang="en-US">
                <a:latin typeface="黑体" panose="02010609060101010101" pitchFamily="49" charset="-122"/>
                <a:ea typeface="黑体" panose="02010609060101010101" pitchFamily="49" charset="-122"/>
              </a:rPr>
              <a:t>     </a:t>
            </a:r>
            <a:r>
              <a:rPr altLang="en-US" b="1" dirty="0" lang="zh-CN">
                <a:latin typeface="黑体" panose="02010609060101010101" pitchFamily="49" charset="-122"/>
                <a:ea typeface="黑体" panose="02010609060101010101" pitchFamily="49" charset="-122"/>
              </a:rPr>
              <a:t>不仅要求发现缺陷，探测试件的结构、状态、性质，还要获取更全面、准确和综合的信息，辅以成像技术、自动化技术、计算数据分析和处理技术等，与材料力学、断裂力学等学科综合应用，以期对试件和产品的质量和性能做出全面、准确的评价。</a:t>
            </a:r>
            <a:endParaRPr altLang="en-US" b="1" dirty="0" lang="zh-CN">
              <a:latin typeface="黑体" panose="02010609060101010101" pitchFamily="49" charset="-122"/>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p:grpSpPr>
      <p:sp>
        <p:nvSpPr>
          <p:cNvPr id="1048660"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13</a:t>
            </a:fld>
            <a:endParaRPr altLang="zh-CN" dirty="0" sz="1200" lang="en-US">
              <a:latin typeface="Arial Black" panose="020B0A04020102020204" pitchFamily="34" charset="0"/>
            </a:endParaRPr>
          </a:p>
        </p:txBody>
      </p:sp>
      <p:sp>
        <p:nvSpPr>
          <p:cNvPr id="1048661"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62" name="Rectangle 4"/>
          <p:cNvSpPr>
            <a:spLocks noGrp="1" noChangeArrowheads="1"/>
          </p:cNvSpPr>
          <p:nvPr>
            <p:ph idx="1"/>
          </p:nvPr>
        </p:nvSpPr>
        <p:spPr>
          <a:xfrm>
            <a:off x="468313" y="1628775"/>
            <a:ext cx="5843588" cy="800100"/>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无损检测的目的</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663" name="Text Box 6"/>
          <p:cNvSpPr txBox="1"/>
          <p:nvPr/>
        </p:nvSpPr>
        <p:spPr>
          <a:xfrm>
            <a:off x="611188" y="2205038"/>
            <a:ext cx="7848600" cy="2057401"/>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lnSpc>
                <a:spcPct val="120000"/>
              </a:lnSpc>
              <a:spcBef>
                <a:spcPct val="50000"/>
              </a:spcBef>
              <a:buClrTx/>
              <a:buSzTx/>
              <a:buFontTx/>
              <a:buNone/>
            </a:pPr>
            <a:r>
              <a:rPr altLang="zh-CN" b="1" dirty="0" sz="2800" lang="en-US">
                <a:latin typeface="仿宋_GB2312" pitchFamily="49" charset="-122"/>
                <a:ea typeface="仿宋_GB2312" pitchFamily="49" charset="-122"/>
              </a:rPr>
              <a:t>1</a:t>
            </a:r>
            <a:r>
              <a:rPr altLang="en-US" b="1" dirty="0" sz="2800" lang="zh-CN">
                <a:latin typeface="仿宋_GB2312" pitchFamily="49" charset="-122"/>
                <a:ea typeface="仿宋_GB2312" pitchFamily="49" charset="-122"/>
              </a:rPr>
              <a:t>）保证产品质量</a:t>
            </a:r>
            <a:endParaRPr altLang="en-US" b="1" dirty="0" sz="2800" lang="zh-CN">
              <a:latin typeface="仿宋_GB2312" pitchFamily="49" charset="-122"/>
              <a:ea typeface="仿宋_GB2312" pitchFamily="49" charset="-122"/>
            </a:endParaRPr>
          </a:p>
          <a:p>
            <a:pPr eaLnBrk="1" hangingPunct="1" indent="0" lvl="0" marL="0">
              <a:lnSpc>
                <a:spcPct val="120000"/>
              </a:lnSpc>
              <a:spcBef>
                <a:spcPct val="50000"/>
              </a:spcBef>
              <a:buClrTx/>
              <a:buSzTx/>
              <a:buFontTx/>
              <a:buNone/>
            </a:pPr>
            <a:r>
              <a:rPr altLang="en-US" b="1" dirty="0" sz="2400" lang="zh-CN">
                <a:latin typeface="仿宋_GB2312" pitchFamily="49" charset="-122"/>
                <a:ea typeface="仿宋_GB2312" pitchFamily="49" charset="-122"/>
              </a:rPr>
              <a:t>  借助仪器和器材，发现目视检查无法发现的内外部宏观缺陷。检测不需要破坏试件就能完成检测过程，可对产品进行</a:t>
            </a:r>
            <a:r>
              <a:rPr altLang="zh-CN" b="1" dirty="0" sz="2400" lang="en-US">
                <a:latin typeface="仿宋_GB2312" pitchFamily="49" charset="-122"/>
                <a:ea typeface="仿宋_GB2312" pitchFamily="49" charset="-122"/>
              </a:rPr>
              <a:t>100%</a:t>
            </a:r>
            <a:r>
              <a:rPr altLang="en-US" b="1" dirty="0" sz="2400" lang="zh-CN">
                <a:latin typeface="仿宋_GB2312" pitchFamily="49" charset="-122"/>
                <a:ea typeface="仿宋_GB2312" pitchFamily="49" charset="-122"/>
              </a:rPr>
              <a:t>检验和逐件检验，为产品质量提供有效保证。</a:t>
            </a:r>
            <a:endParaRPr altLang="en-US" b="1" dirty="0" sz="2400" lang="zh-CN">
              <a:latin typeface="仿宋_GB2312" pitchFamily="49" charset="-122"/>
              <a:ea typeface="仿宋_GB2312" pitchFamily="49" charset="-122"/>
            </a:endParaRPr>
          </a:p>
        </p:txBody>
      </p:sp>
      <p:sp>
        <p:nvSpPr>
          <p:cNvPr id="1048664" name="Text Box 7"/>
          <p:cNvSpPr txBox="1"/>
          <p:nvPr/>
        </p:nvSpPr>
        <p:spPr>
          <a:xfrm>
            <a:off x="827088" y="4724400"/>
            <a:ext cx="7848600" cy="1066800"/>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zh-CN" b="1" dirty="0" sz="2800" lang="en-US">
                <a:latin typeface="仿宋_GB2312" pitchFamily="49" charset="-122"/>
                <a:ea typeface="仿宋_GB2312" pitchFamily="49" charset="-122"/>
              </a:rPr>
              <a:t>2</a:t>
            </a:r>
            <a:r>
              <a:rPr altLang="en-US" b="1" dirty="0" sz="2800" lang="zh-CN">
                <a:latin typeface="仿宋_GB2312" pitchFamily="49" charset="-122"/>
                <a:ea typeface="仿宋_GB2312" pitchFamily="49" charset="-122"/>
              </a:rPr>
              <a:t>）保证使用安全</a:t>
            </a:r>
            <a:endParaRPr altLang="en-US" b="1" dirty="0" sz="2800" lang="zh-CN">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可以对在用设备和部件进行定期检验，保障使用安全。</a:t>
            </a:r>
            <a:endParaRPr altLang="en-US" b="1" dirty="0" sz="2400" lang="zh-CN">
              <a:latin typeface="仿宋_GB2312" pitchFamily="49" charset="-122"/>
              <a:ea typeface="仿宋_GB2312" pitchFamily="49" charset="-122"/>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8">
                                  <p:stCondLst>
                                    <p:cond delay="0"/>
                                  </p:stCondLst>
                                  <p:childTnLst>
                                    <p:set>
                                      <p:cBhvr>
                                        <p:cTn dur="1" fill="hold" id="6">
                                          <p:stCondLst>
                                            <p:cond delay="0"/>
                                          </p:stCondLst>
                                        </p:cTn>
                                        <p:tgtEl>
                                          <p:spTgt spid="1048662">
                                            <p:txEl>
                                              <p:charRg st="0" end="8"/>
                                            </p:txEl>
                                          </p:spTgt>
                                        </p:tgtEl>
                                        <p:attrNameLst>
                                          <p:attrName>style.visibility</p:attrName>
                                        </p:attrNameLst>
                                      </p:cBhvr>
                                      <p:to>
                                        <p:strVal val="visible"/>
                                      </p:to>
                                    </p:set>
                                    <p:anim calcmode="lin" valueType="num">
                                      <p:cBhvr additive="base">
                                        <p:cTn dur="500" fill="hold" id="7"/>
                                        <p:tgtEl>
                                          <p:spTgt spid="1048662">
                                            <p:txEl>
                                              <p:charRg st="0" end="8"/>
                                            </p:txEl>
                                          </p:spTgt>
                                        </p:tgtEl>
                                        <p:attrNameLst>
                                          <p:attrName>ppt_x</p:attrName>
                                        </p:attrNameLst>
                                      </p:cBhvr>
                                      <p:tavLst>
                                        <p:tav tm="0">
                                          <p:val>
                                            <p:strVal val="0-#ppt_w/2"/>
                                          </p:val>
                                        </p:tav>
                                        <p:tav tm="100000">
                                          <p:val>
                                            <p:strVal val="#ppt_x"/>
                                          </p:val>
                                        </p:tav>
                                      </p:tavLst>
                                    </p:anim>
                                    <p:anim calcmode="lin" valueType="num">
                                      <p:cBhvr additive="base">
                                        <p:cTn dur="500" fill="hold" id="8"/>
                                        <p:tgtEl>
                                          <p:spTgt spid="1048662">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4" presetSubtype="16">
                                  <p:stCondLst>
                                    <p:cond delay="0"/>
                                  </p:stCondLst>
                                  <p:childTnLst>
                                    <p:set>
                                      <p:cBhvr>
                                        <p:cTn dur="1" fill="hold" id="12">
                                          <p:stCondLst>
                                            <p:cond delay="0"/>
                                          </p:stCondLst>
                                        </p:cTn>
                                        <p:tgtEl>
                                          <p:spTgt spid="1048663"/>
                                        </p:tgtEl>
                                        <p:attrNameLst>
                                          <p:attrName>style.visibility</p:attrName>
                                        </p:attrNameLst>
                                      </p:cBhvr>
                                      <p:to>
                                        <p:strVal val="visible"/>
                                      </p:to>
                                    </p:set>
                                    <p:animEffect transition="in" filter="box(in)">
                                      <p:cBhvr>
                                        <p:cTn dur="500" id="13"/>
                                        <p:tgtEl>
                                          <p:spTgt spid="1048663"/>
                                        </p:tgtEl>
                                      </p:cBhvr>
                                    </p:animEffect>
                                  </p:childTnLst>
                                </p:cTn>
                              </p:par>
                            </p:childTnLst>
                          </p:cTn>
                        </p:par>
                      </p:childTnLst>
                    </p:cTn>
                  </p:par>
                  <p:par>
                    <p:cTn fill="hold" id="14">
                      <p:stCondLst>
                        <p:cond delay="indefinite"/>
                      </p:stCondLst>
                      <p:childTnLst>
                        <p:par>
                          <p:cTn fill="hold" id="15">
                            <p:stCondLst>
                              <p:cond delay="0"/>
                            </p:stCondLst>
                            <p:childTnLst>
                              <p:par>
                                <p:cTn fill="hold" grpId="0" id="16" nodeType="clickEffect" presetClass="entr" presetID="4" presetSubtype="16">
                                  <p:stCondLst>
                                    <p:cond delay="0"/>
                                  </p:stCondLst>
                                  <p:childTnLst>
                                    <p:set>
                                      <p:cBhvr>
                                        <p:cTn dur="1" fill="hold" id="17">
                                          <p:stCondLst>
                                            <p:cond delay="0"/>
                                          </p:stCondLst>
                                        </p:cTn>
                                        <p:tgtEl>
                                          <p:spTgt spid="1048664"/>
                                        </p:tgtEl>
                                        <p:attrNameLst>
                                          <p:attrName>style.visibility</p:attrName>
                                        </p:attrNameLst>
                                      </p:cBhvr>
                                      <p:to>
                                        <p:strVal val="visible"/>
                                      </p:to>
                                    </p:set>
                                    <p:animEffect transition="in" filter="box(in)">
                                      <p:cBhvr>
                                        <p:cTn dur="500" id="18"/>
                                        <p:tgtEl>
                                          <p:spTgt spid="1048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2" grpId="0" build="p"/>
      <p:bldP spid="1048663" grpId="0"/>
      <p:bldP spid="104866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p:grpSpPr>
      <p:sp>
        <p:nvSpPr>
          <p:cNvPr id="1048665"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14</a:t>
            </a:fld>
            <a:endParaRPr altLang="zh-CN" dirty="0" sz="1200" lang="en-US">
              <a:latin typeface="Arial Black" panose="020B0A04020102020204" pitchFamily="34" charset="0"/>
            </a:endParaRPr>
          </a:p>
        </p:txBody>
      </p:sp>
      <p:sp>
        <p:nvSpPr>
          <p:cNvPr id="1048666"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67" name="Rectangle 4"/>
          <p:cNvSpPr>
            <a:spLocks noGrp="1" noChangeArrowheads="1"/>
          </p:cNvSpPr>
          <p:nvPr>
            <p:ph idx="1"/>
          </p:nvPr>
        </p:nvSpPr>
        <p:spPr>
          <a:xfrm>
            <a:off x="468313" y="1628775"/>
            <a:ext cx="5843588" cy="800100"/>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无损检测的目的</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668" name="Text Box 6"/>
          <p:cNvSpPr txBox="1"/>
          <p:nvPr/>
        </p:nvSpPr>
        <p:spPr>
          <a:xfrm>
            <a:off x="827088" y="2349500"/>
            <a:ext cx="7848600" cy="1404620"/>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zh-CN" b="1" dirty="0" sz="2800" lang="en-US">
                <a:latin typeface="仿宋_GB2312" pitchFamily="49" charset="-122"/>
                <a:ea typeface="仿宋_GB2312" pitchFamily="49" charset="-122"/>
              </a:rPr>
              <a:t>3</a:t>
            </a:r>
            <a:r>
              <a:rPr altLang="en-US" b="1" dirty="0" sz="2800" lang="zh-CN">
                <a:latin typeface="仿宋_GB2312" pitchFamily="49" charset="-122"/>
                <a:ea typeface="仿宋_GB2312" pitchFamily="49" charset="-122"/>
              </a:rPr>
              <a:t>）改进制造工艺</a:t>
            </a:r>
            <a:endParaRPr altLang="en-US" b="1" dirty="0" sz="2800" lang="zh-CN">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    在产品工艺试验中，对工艺试样进行无损检验，并根据检测结果改进制造工艺，确定理想的制造工艺。</a:t>
            </a:r>
            <a:endParaRPr altLang="en-US" b="1" dirty="0" sz="2400" lang="zh-CN">
              <a:latin typeface="仿宋_GB2312" pitchFamily="49" charset="-122"/>
              <a:ea typeface="仿宋_GB2312" pitchFamily="49" charset="-122"/>
            </a:endParaRPr>
          </a:p>
        </p:txBody>
      </p:sp>
      <p:sp>
        <p:nvSpPr>
          <p:cNvPr id="1048669" name="Text Box 7"/>
          <p:cNvSpPr txBox="1"/>
          <p:nvPr/>
        </p:nvSpPr>
        <p:spPr>
          <a:xfrm>
            <a:off x="827088" y="4005263"/>
            <a:ext cx="7848600" cy="1760221"/>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zh-CN" b="1" dirty="0" sz="2800" lang="en-US">
                <a:latin typeface="仿宋_GB2312" pitchFamily="49" charset="-122"/>
                <a:ea typeface="仿宋_GB2312" pitchFamily="49" charset="-122"/>
              </a:rPr>
              <a:t>4</a:t>
            </a:r>
            <a:r>
              <a:rPr altLang="en-US" b="1" dirty="0" sz="2800" lang="zh-CN">
                <a:latin typeface="仿宋_GB2312" pitchFamily="49" charset="-122"/>
                <a:ea typeface="仿宋_GB2312" pitchFamily="49" charset="-122"/>
              </a:rPr>
              <a:t>）降低生产成本</a:t>
            </a:r>
            <a:endParaRPr altLang="en-US" b="1" dirty="0" sz="2800" lang="zh-CN">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    在产品制造过程中的适当环节正确地进行无损检测，防止以后的工序浪费，减少返工，降低废品率，从而降低制造成本。</a:t>
            </a:r>
            <a:endParaRPr altLang="en-US" b="1" dirty="0" sz="2400" lang="zh-CN">
              <a:latin typeface="仿宋_GB2312" pitchFamily="49" charset="-122"/>
              <a:ea typeface="仿宋_GB2312"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p:grpSpPr>
      <p:sp>
        <p:nvSpPr>
          <p:cNvPr id="1048670"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15</a:t>
            </a:fld>
            <a:endParaRPr altLang="zh-CN" dirty="0" sz="1200" lang="en-US">
              <a:latin typeface="Arial Black" panose="020B0A04020102020204" pitchFamily="34" charset="0"/>
            </a:endParaRPr>
          </a:p>
        </p:txBody>
      </p:sp>
      <p:sp>
        <p:nvSpPr>
          <p:cNvPr id="1048671"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72" name="Rectangle 3"/>
          <p:cNvSpPr>
            <a:spLocks noGrp="1" noChangeArrowheads="1"/>
          </p:cNvSpPr>
          <p:nvPr>
            <p:ph idx="1"/>
          </p:nvPr>
        </p:nvSpPr>
        <p:spPr>
          <a:xfrm>
            <a:off x="468313" y="1700213"/>
            <a:ext cx="6264275" cy="727075"/>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无损检测的应用特点</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673" name="Text Box 5"/>
          <p:cNvSpPr txBox="1"/>
          <p:nvPr/>
        </p:nvSpPr>
        <p:spPr>
          <a:xfrm>
            <a:off x="611188" y="2276475"/>
            <a:ext cx="7848600" cy="2052321"/>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zh-CN" b="1" dirty="0" sz="2400" lang="en-US">
                <a:solidFill>
                  <a:srgbClr val="FF0000"/>
                </a:solidFill>
                <a:latin typeface="仿宋_GB2312" pitchFamily="49" charset="-122"/>
                <a:ea typeface="仿宋_GB2312" pitchFamily="49" charset="-122"/>
              </a:rPr>
              <a:t>1</a:t>
            </a:r>
            <a:r>
              <a:rPr altLang="en-US" b="1" dirty="0" sz="2400" lang="zh-CN">
                <a:solidFill>
                  <a:srgbClr val="FF0000"/>
                </a:solidFill>
                <a:latin typeface="仿宋_GB2312" pitchFamily="49" charset="-122"/>
                <a:ea typeface="仿宋_GB2312" pitchFamily="49" charset="-122"/>
              </a:rPr>
              <a:t>）要与破坏性检测相结合</a:t>
            </a:r>
            <a:endParaRPr altLang="en-US" b="1" dirty="0" sz="2400" lang="zh-CN">
              <a:solidFill>
                <a:srgbClr val="FF0000"/>
              </a:solidFill>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    由于无损检测具有的局限性，不是所有需要测试的项目和性能都能进行无损检测，这种局限性可能来自方法本身，也可能来自被测试对象的形状、位置等客观条件的不允许，所以某些实验只能采用破坏性检验。</a:t>
            </a:r>
            <a:endParaRPr altLang="en-US" b="1" dirty="0" sz="2400" lang="zh-CN">
              <a:latin typeface="仿宋_GB2312" pitchFamily="49" charset="-122"/>
              <a:ea typeface="仿宋_GB2312" pitchFamily="49" charset="-122"/>
            </a:endParaRPr>
          </a:p>
        </p:txBody>
      </p:sp>
      <p:sp>
        <p:nvSpPr>
          <p:cNvPr id="1048674" name="Text Box 6"/>
          <p:cNvSpPr txBox="1"/>
          <p:nvPr/>
        </p:nvSpPr>
        <p:spPr>
          <a:xfrm>
            <a:off x="611188" y="4581525"/>
            <a:ext cx="8137525" cy="1341121"/>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zh-CN" b="1" dirty="0" sz="2400" lang="en-US">
                <a:solidFill>
                  <a:srgbClr val="FF0000"/>
                </a:solidFill>
                <a:latin typeface="仿宋_GB2312" pitchFamily="49" charset="-122"/>
                <a:ea typeface="仿宋_GB2312" pitchFamily="49" charset="-122"/>
              </a:rPr>
              <a:t>2</a:t>
            </a:r>
            <a:r>
              <a:rPr altLang="en-US" b="1" dirty="0" sz="2400" lang="zh-CN">
                <a:solidFill>
                  <a:srgbClr val="FF0000"/>
                </a:solidFill>
                <a:latin typeface="仿宋_GB2312" pitchFamily="49" charset="-122"/>
                <a:ea typeface="仿宋_GB2312" pitchFamily="49" charset="-122"/>
              </a:rPr>
              <a:t>）正确选用无损检测的时机</a:t>
            </a:r>
            <a:endParaRPr altLang="en-US" b="1" dirty="0" sz="2400" lang="zh-CN">
              <a:solidFill>
                <a:srgbClr val="FF0000"/>
              </a:solidFill>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    必须根据无损检测的目的，正确选择无损检测的时机，从而顺利地完成检测预定目的，正确平价产品质量。</a:t>
            </a:r>
            <a:endParaRPr altLang="en-US" b="1" dirty="0" sz="2400" lang="zh-CN">
              <a:latin typeface="仿宋_GB2312" pitchFamily="49" charset="-122"/>
              <a:ea typeface="仿宋_GB2312"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p:grpSpPr>
      <p:sp>
        <p:nvSpPr>
          <p:cNvPr id="1048675"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16</a:t>
            </a:fld>
            <a:endParaRPr altLang="zh-CN" dirty="0" sz="1200" lang="en-US">
              <a:latin typeface="Arial Black" panose="020B0A04020102020204" pitchFamily="34" charset="0"/>
            </a:endParaRPr>
          </a:p>
        </p:txBody>
      </p:sp>
      <p:sp>
        <p:nvSpPr>
          <p:cNvPr id="1048676"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77" name="Rectangle 4"/>
          <p:cNvSpPr>
            <a:spLocks noGrp="1" noChangeArrowheads="1"/>
          </p:cNvSpPr>
          <p:nvPr>
            <p:ph idx="1"/>
          </p:nvPr>
        </p:nvSpPr>
        <p:spPr>
          <a:xfrm>
            <a:off x="395288" y="1773238"/>
            <a:ext cx="8229600" cy="727075"/>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无损检测的应用特点</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678" name="Text Box 6"/>
          <p:cNvSpPr txBox="1"/>
          <p:nvPr/>
        </p:nvSpPr>
        <p:spPr>
          <a:xfrm>
            <a:off x="611188" y="2492375"/>
            <a:ext cx="8064500" cy="3302000"/>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zh-CN" b="1" dirty="0" sz="2400" lang="en-US">
                <a:solidFill>
                  <a:srgbClr val="FF0000"/>
                </a:solidFill>
                <a:latin typeface="仿宋_GB2312" pitchFamily="49" charset="-122"/>
                <a:ea typeface="仿宋_GB2312" pitchFamily="49" charset="-122"/>
              </a:rPr>
              <a:t>3</a:t>
            </a:r>
            <a:r>
              <a:rPr altLang="en-US" b="1" dirty="0" sz="2400" lang="zh-CN">
                <a:solidFill>
                  <a:srgbClr val="FF0000"/>
                </a:solidFill>
                <a:latin typeface="仿宋_GB2312" pitchFamily="49" charset="-122"/>
                <a:ea typeface="仿宋_GB2312" pitchFamily="49" charset="-122"/>
              </a:rPr>
              <a:t>）正确选用合理的无损检测方法</a:t>
            </a:r>
            <a:endParaRPr altLang="en-US" b="1" dirty="0" sz="2400" lang="zh-CN">
              <a:solidFill>
                <a:srgbClr val="FF0000"/>
              </a:solidFill>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    每种无损检测方法均具有局限性，不能适用于所有工件和缺陷。为了提高检测结果的可靠性，必须根据被检件的特点（材料、结果、形状、尺寸，预计可能产生的缺陷种类、形状、所处部位、取向</a:t>
            </a:r>
            <a:r>
              <a:rPr altLang="zh-CN" b="1" dirty="0" sz="2400" lang="en-US">
                <a:ea typeface="仿宋_GB2312" pitchFamily="49" charset="-122"/>
              </a:rPr>
              <a:t>……</a:t>
            </a:r>
            <a:r>
              <a:rPr altLang="en-US" b="1" dirty="0" sz="2400" lang="zh-CN">
                <a:latin typeface="仿宋_GB2312" pitchFamily="49" charset="-122"/>
                <a:ea typeface="仿宋_GB2312" pitchFamily="49" charset="-122"/>
              </a:rPr>
              <a:t>）选择适宜的检测方法。</a:t>
            </a:r>
            <a:endParaRPr altLang="en-US" b="1" dirty="0" sz="2400" lang="zh-CN">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    所谓适宜，即不是片面的追求最高的检测灵敏度，而是在保证充分安全性的同时，兼顾产品的经济性，这样选择的检测方法才是正确、合理的。</a:t>
            </a:r>
            <a:endParaRPr altLang="en-US" b="1" dirty="0" sz="2400" lang="zh-CN">
              <a:latin typeface="仿宋_GB2312" pitchFamily="49" charset="-122"/>
              <a:ea typeface="仿宋_GB2312"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p:grpSpPr>
      <p:sp>
        <p:nvSpPr>
          <p:cNvPr id="1048679"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17</a:t>
            </a:fld>
            <a:endParaRPr altLang="zh-CN" dirty="0" sz="1200" lang="en-US">
              <a:latin typeface="Arial Black" panose="020B0A04020102020204" pitchFamily="34" charset="0"/>
            </a:endParaRPr>
          </a:p>
        </p:txBody>
      </p:sp>
      <p:sp>
        <p:nvSpPr>
          <p:cNvPr id="1048680"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81" name="Rectangle 4"/>
          <p:cNvSpPr>
            <a:spLocks noGrp="1" noChangeArrowheads="1"/>
          </p:cNvSpPr>
          <p:nvPr>
            <p:ph idx="1"/>
          </p:nvPr>
        </p:nvSpPr>
        <p:spPr>
          <a:xfrm>
            <a:off x="468313" y="1628775"/>
            <a:ext cx="8229600" cy="727075"/>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无损检测的应用特点</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682" name="Text Box 6"/>
          <p:cNvSpPr txBox="1"/>
          <p:nvPr/>
        </p:nvSpPr>
        <p:spPr>
          <a:xfrm>
            <a:off x="611188" y="2420938"/>
            <a:ext cx="8208962" cy="2684781"/>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zh-CN" b="1" dirty="0" sz="2400" lang="en-US">
                <a:solidFill>
                  <a:srgbClr val="FF0000"/>
                </a:solidFill>
                <a:latin typeface="仿宋_GB2312" pitchFamily="49" charset="-122"/>
                <a:ea typeface="仿宋_GB2312" pitchFamily="49" charset="-122"/>
              </a:rPr>
              <a:t>4</a:t>
            </a:r>
            <a:r>
              <a:rPr altLang="en-US" b="1" dirty="0" sz="2400" lang="zh-CN">
                <a:solidFill>
                  <a:srgbClr val="FF0000"/>
                </a:solidFill>
                <a:latin typeface="仿宋_GB2312" pitchFamily="49" charset="-122"/>
                <a:ea typeface="仿宋_GB2312" pitchFamily="49" charset="-122"/>
              </a:rPr>
              <a:t>）综合应用各种无损检测方法</a:t>
            </a:r>
            <a:endParaRPr altLang="en-US" b="1" dirty="0" sz="2400" lang="zh-CN">
              <a:solidFill>
                <a:srgbClr val="FF0000"/>
              </a:solidFill>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    每种无损检测方法均有其自身的优缺点，不能适用于所有工件和缺陷。因此，在对某试件确定无损检测方案时，只要可能，应尽量采用多种无损检测方法，以保证方法间的互补，从而取得跟多的产品和缺陷信息。</a:t>
            </a:r>
            <a:endParaRPr altLang="en-US" b="1" dirty="0" sz="2400" lang="zh-CN">
              <a:latin typeface="仿宋_GB2312" pitchFamily="49" charset="-122"/>
              <a:ea typeface="仿宋_GB2312" pitchFamily="49" charset="-122"/>
            </a:endParaRPr>
          </a:p>
          <a:p>
            <a:pPr eaLnBrk="1" hangingPunct="1" indent="0" lvl="0" marL="0">
              <a:spcBef>
                <a:spcPct val="50000"/>
              </a:spcBef>
              <a:buClrTx/>
              <a:buSzTx/>
              <a:buFontTx/>
              <a:buNone/>
            </a:pPr>
            <a:r>
              <a:rPr altLang="en-US" b="1" dirty="0" sz="2800" lang="zh-CN">
                <a:solidFill>
                  <a:srgbClr val="FF0000"/>
                </a:solidFill>
                <a:latin typeface="仿宋_GB2312" pitchFamily="49" charset="-122"/>
                <a:ea typeface="仿宋_GB2312" pitchFamily="49" charset="-122"/>
              </a:rPr>
              <a:t>这点对于大型和重要工件的无损检验尤为重要</a:t>
            </a:r>
            <a:r>
              <a:rPr altLang="en-US" b="1" dirty="0" sz="2800" lang="zh-CN">
                <a:latin typeface="仿宋_GB2312" pitchFamily="49" charset="-122"/>
                <a:ea typeface="仿宋_GB2312" pitchFamily="49" charset="-122"/>
              </a:rPr>
              <a:t>。</a:t>
            </a:r>
            <a:endParaRPr altLang="en-US" b="1" dirty="0" sz="2800" lang="zh-CN">
              <a:latin typeface="仿宋_GB2312" pitchFamily="49" charset="-122"/>
              <a:ea typeface="仿宋_GB2312"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p:grpSpPr>
      <p:sp>
        <p:nvSpPr>
          <p:cNvPr id="1048683"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18</a:t>
            </a:fld>
            <a:endParaRPr altLang="zh-CN" dirty="0" sz="1200" lang="en-US">
              <a:latin typeface="Arial Black" panose="020B0A04020102020204" pitchFamily="34" charset="0"/>
            </a:endParaRPr>
          </a:p>
        </p:txBody>
      </p:sp>
      <p:sp>
        <p:nvSpPr>
          <p:cNvPr id="1048684"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85" name="Rectangle 3"/>
          <p:cNvSpPr>
            <a:spLocks noGrp="1" noChangeArrowheads="1"/>
          </p:cNvSpPr>
          <p:nvPr>
            <p:ph idx="1"/>
          </p:nvPr>
        </p:nvSpPr>
        <p:spPr>
          <a:xfrm>
            <a:off x="468313" y="1844675"/>
            <a:ext cx="8229600" cy="655638"/>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无损检测的方法和分类</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endParaRPr altLang="zh-CN" baseline="0" b="1" cap="none" dirty="0" sz="32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686" name="Rectangle 5"/>
          <p:cNvSpPr>
            <a:spLocks noChangeArrowheads="1"/>
          </p:cNvSpPr>
          <p:nvPr/>
        </p:nvSpPr>
        <p:spPr bwMode="auto">
          <a:xfrm>
            <a:off x="250825" y="2525077"/>
            <a:ext cx="8893175" cy="3360421"/>
          </a:xfrm>
          <a:prstGeom prst="rect"/>
          <a:noFill/>
          <a:ln>
            <a:noFill/>
          </a:ln>
          <a:effectLst/>
        </p:spPr>
        <p:txBody>
          <a:bodyPr anchor="ctr">
            <a:spAutoFit/>
          </a:bodyPr>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bg2"/>
                </a:solidFill>
                <a:effectLst>
                  <a:outerShdw algn="tl" blurRad="38100" dir="2700000" dist="38100">
                    <a:srgbClr val="C0C0C0"/>
                  </a:outerShdw>
                </a:effectLst>
                <a:uLnTx/>
                <a:uFillTx/>
                <a:latin typeface="Times New Roman" panose="02020603050405020304" pitchFamily="18" charset="0"/>
                <a:ea typeface="仿宋_GB2312" pitchFamily="49" charset="-122"/>
                <a:cs typeface="+mn-cs"/>
              </a:rPr>
              <a:t>一、常规无损检测方法</a:t>
            </a:r>
            <a:endParaRPr altLang="en-US" baseline="0" b="1" cap="none" dirty="0" sz="2800" i="0" kern="1200" kumimoji="0" lang="zh-CN" noProof="0" normalizeH="0" spc="0" strike="noStrike" u="none">
              <a:ln>
                <a:noFill/>
              </a:ln>
              <a:solidFill>
                <a:schemeClr val="bg2"/>
              </a:solidFill>
              <a:effectLst>
                <a:outerShdw algn="tl" blurRad="38100" dir="2700000" dist="38100">
                  <a:srgbClr val="C0C0C0"/>
                </a:outerShdw>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目视检测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Visual Testing </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VT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超声检测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Ultrasonic Testing</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UT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射线检测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Radiographic Testing</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RT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磁粉检测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Magnetic particle Testing</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MT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渗透检验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Penetrant Testing </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PT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048685">
                                            <p:txEl>
                                              <p:charRg st="0" end="11"/>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3" presetSubtype="10">
                                  <p:stCondLst>
                                    <p:cond delay="0"/>
                                  </p:stCondLst>
                                  <p:childTnLst>
                                    <p:set>
                                      <p:cBhvr>
                                        <p:cTn dur="1" fill="hold" id="10">
                                          <p:stCondLst>
                                            <p:cond delay="0"/>
                                          </p:stCondLst>
                                        </p:cTn>
                                        <p:tgtEl>
                                          <p:spTgt spid="1048686"/>
                                        </p:tgtEl>
                                        <p:attrNameLst>
                                          <p:attrName>style.visibility</p:attrName>
                                        </p:attrNameLst>
                                      </p:cBhvr>
                                      <p:to>
                                        <p:strVal val="visible"/>
                                      </p:to>
                                    </p:set>
                                    <p:animEffect transition="in" filter="blinds(horizontal)">
                                      <p:cBhvr>
                                        <p:cTn dur="500" id="11"/>
                                        <p:tgtEl>
                                          <p:spTgt spid="1048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85" grpId="0" build="p"/>
      <p:bldP spid="104868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p:grpSpPr>
      <p:sp>
        <p:nvSpPr>
          <p:cNvPr id="1048687"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19</a:t>
            </a:fld>
            <a:endParaRPr altLang="zh-CN" dirty="0" sz="1200" lang="en-US">
              <a:latin typeface="Arial Black" panose="020B0A04020102020204" pitchFamily="34" charset="0"/>
            </a:endParaRPr>
          </a:p>
        </p:txBody>
      </p:sp>
      <p:sp>
        <p:nvSpPr>
          <p:cNvPr id="1048688"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89" name="Rectangle 4"/>
          <p:cNvSpPr>
            <a:spLocks noGrp="1"/>
          </p:cNvSpPr>
          <p:nvPr>
            <p:ph idx="1"/>
          </p:nvPr>
        </p:nvSpPr>
        <p:spPr>
          <a:xfrm>
            <a:off x="539750" y="1773238"/>
            <a:ext cx="8229600" cy="655637"/>
          </a:xfrm>
        </p:spPr>
        <p:txBody>
          <a:bodyPr anchor="t" bIns="45720" lIns="91440" rIns="91440" tIns="45720" vert="horz" wrap="square"/>
          <a:p>
            <a:pPr eaLnBrk="1" hangingPunct="1"/>
            <a:r>
              <a:rPr altLang="en-US" b="1" dirty="0" lang="zh-CN">
                <a:solidFill>
                  <a:schemeClr val="bg2"/>
                </a:solidFill>
                <a:latin typeface="黑体" panose="02010609060101010101" pitchFamily="49" charset="-122"/>
                <a:ea typeface="黑体" panose="02010609060101010101" pitchFamily="49" charset="-122"/>
              </a:rPr>
              <a:t>无损检测的方法和分类</a:t>
            </a:r>
            <a:endParaRPr altLang="en-US" b="1" dirty="0" lang="zh-CN">
              <a:solidFill>
                <a:schemeClr val="bg2"/>
              </a:solidFill>
              <a:latin typeface="黑体" panose="02010609060101010101" pitchFamily="49" charset="-122"/>
              <a:ea typeface="黑体" panose="02010609060101010101" pitchFamily="49" charset="-122"/>
            </a:endParaRPr>
          </a:p>
          <a:p>
            <a:pPr eaLnBrk="1" hangingPunct="1"/>
            <a:endParaRPr altLang="zh-CN" dirty="0" lang="en-US">
              <a:solidFill>
                <a:schemeClr val="bg2"/>
              </a:solidFill>
              <a:latin typeface="黑体" panose="02010609060101010101" pitchFamily="49" charset="-122"/>
              <a:ea typeface="黑体" panose="02010609060101010101" pitchFamily="49" charset="-122"/>
            </a:endParaRPr>
          </a:p>
        </p:txBody>
      </p:sp>
      <p:sp>
        <p:nvSpPr>
          <p:cNvPr id="1048690" name="Rectangle 6"/>
          <p:cNvSpPr>
            <a:spLocks noChangeArrowheads="1"/>
          </p:cNvSpPr>
          <p:nvPr/>
        </p:nvSpPr>
        <p:spPr bwMode="auto">
          <a:xfrm>
            <a:off x="468313" y="2387600"/>
            <a:ext cx="8169275" cy="3905250"/>
          </a:xfrm>
          <a:prstGeom prst="rect"/>
          <a:noFill/>
          <a:ln>
            <a:noFill/>
          </a:ln>
          <a:effectLst/>
        </p:spPr>
        <p:txBody>
          <a:bodyPr anchor="ctr">
            <a:spAutoFit/>
          </a:bodyPr>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bg2"/>
                </a:solidFill>
                <a:effectLst>
                  <a:outerShdw algn="tl" blurRad="38100" dir="2700000" dist="38100">
                    <a:srgbClr val="C0C0C0"/>
                  </a:outerShdw>
                </a:effectLst>
                <a:uLnTx/>
                <a:uFillTx/>
                <a:latin typeface="Times New Roman" panose="02020603050405020304" pitchFamily="18" charset="0"/>
                <a:ea typeface="仿宋_GB2312" pitchFamily="49" charset="-122"/>
                <a:cs typeface="+mn-cs"/>
              </a:rPr>
              <a:t>二、非常规无损检测方法</a:t>
            </a:r>
            <a:endParaRPr altLang="en-US" baseline="0" b="1" cap="none" dirty="0" sz="2800" i="0" kern="1200" kumimoji="0" lang="zh-CN" noProof="0" normalizeH="0" spc="0" strike="noStrike" u="none">
              <a:ln>
                <a:noFill/>
              </a:ln>
              <a:solidFill>
                <a:schemeClr val="bg2"/>
              </a:solidFill>
              <a:effectLst>
                <a:outerShdw algn="tl" blurRad="38100" dir="2700000" dist="38100">
                  <a:srgbClr val="C0C0C0"/>
                </a:outerShdw>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声发射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Acoustic Emission(</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AE)</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涡流检测</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Eddy current Testing </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ET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泄漏检测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Leak Testing</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LT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衍射波时差法超声检测技术</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Time of Flight </a:t>
            </a:r>
            <a:endPar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Diffraction (</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缩写 </a:t>
            </a:r>
            <a:r>
              <a:rPr altLang="zh-CN" baseline="0" b="1" cap="none" dirty="0" sz="2800" i="0" kern="1200" kumimoji="0" lang="en-US" noProof="0" normalizeH="0" spc="0" err="1" strike="noStrike" u="none">
                <a:ln>
                  <a:noFill/>
                </a:ln>
                <a:solidFill>
                  <a:schemeClr val="tx1"/>
                </a:solidFill>
                <a:effectLst/>
                <a:uLnTx/>
                <a:uFillTx/>
                <a:latin typeface="Times New Roman" panose="02020603050405020304" pitchFamily="18" charset="0"/>
                <a:ea typeface="仿宋_GB2312" pitchFamily="49" charset="-122"/>
                <a:cs typeface="+mn-cs"/>
              </a:rPr>
              <a:t>ToFD</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a:p>
            <a:pPr algn="l" defTabSz="914400" eaLnBrk="1" fontAlgn="base" hangingPunct="1" indent="0" latinLnBrk="0" lvl="0" marL="0" marR="0" rtl="0">
              <a:lnSpc>
                <a:spcPct val="130000"/>
              </a:lnSpc>
              <a:spcBef>
                <a:spcPct val="0"/>
              </a:spcBef>
              <a:spcAft>
                <a:spcPct val="0"/>
              </a:spcAft>
              <a:buClrTx/>
              <a:buSzTx/>
              <a:buFontTx/>
              <a:buNone/>
            </a:pP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　　导波检测</a:t>
            </a:r>
            <a:r>
              <a:rPr altLang="zh-CN" baseline="0" b="1" cap="none" dirty="0" sz="2800" i="0" kern="1200" kumimoji="0" lang="en-US"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Guided Wave Testing</a:t>
            </a:r>
            <a:r>
              <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rPr>
              <a:t>；等等</a:t>
            </a:r>
            <a:endParaRPr altLang="en-US" baseline="0" b="1" cap="none" dirty="0" sz="2800" i="0" kern="1200" kumimoji="0" lang="zh-CN" noProof="0" normalizeH="0" spc="0" strike="noStrike" u="none">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3" presetSubtype="10">
                                  <p:stCondLst>
                                    <p:cond delay="0"/>
                                  </p:stCondLst>
                                  <p:childTnLst>
                                    <p:set>
                                      <p:cBhvr>
                                        <p:cTn dur="1" fill="hold" id="6">
                                          <p:stCondLst>
                                            <p:cond delay="0"/>
                                          </p:stCondLst>
                                        </p:cTn>
                                        <p:tgtEl>
                                          <p:spTgt spid="1048690"/>
                                        </p:tgtEl>
                                        <p:attrNameLst>
                                          <p:attrName>style.visibility</p:attrName>
                                        </p:attrNameLst>
                                      </p:cBhvr>
                                      <p:to>
                                        <p:strVal val="visible"/>
                                      </p:to>
                                    </p:set>
                                    <p:animEffect transition="in" filter="blinds(horizontal)">
                                      <p:cBhvr>
                                        <p:cTn dur="500" id="7"/>
                                        <p:tgtEl>
                                          <p:spTgt spid="1048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9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p:grpSpPr>
      <p:sp>
        <p:nvSpPr>
          <p:cNvPr id="1048691"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20</a:t>
            </a:fld>
            <a:endParaRPr altLang="zh-CN" dirty="0" sz="1200" lang="en-US">
              <a:latin typeface="Arial Black" panose="020B0A04020102020204" pitchFamily="34" charset="0"/>
            </a:endParaRPr>
          </a:p>
        </p:txBody>
      </p:sp>
      <p:sp>
        <p:nvSpPr>
          <p:cNvPr id="1048692"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93" name="Rectangle 3"/>
          <p:cNvSpPr>
            <a:spLocks noGrp="1" noChangeArrowheads="1"/>
          </p:cNvSpPr>
          <p:nvPr>
            <p:ph idx="1"/>
          </p:nvPr>
        </p:nvSpPr>
        <p:spPr>
          <a:xfrm>
            <a:off x="179388" y="1700213"/>
            <a:ext cx="8713788" cy="4824413"/>
          </a:xfrm>
        </p:spPr>
        <p:txBody>
          <a:bodyPr anchor="t" anchorCtr="0" bIns="45720" compatLnSpc="1" lIns="91440" numCol="1" rIns="91440" tIns="45720" vert="horz" wrap="square"/>
          <a:p>
            <a:pPr algn="l" defTabSz="914400" eaLnBrk="1" fontAlgn="base" hangingPunct="1" indent="-342900" latinLnBrk="0" lvl="0" marL="342900" marR="0" rtl="0">
              <a:lnSpc>
                <a:spcPct val="80000"/>
              </a:lnSpc>
              <a:spcBef>
                <a:spcPct val="20000"/>
              </a:spcBef>
              <a:spcAft>
                <a:spcPct val="0"/>
              </a:spcAft>
              <a:buClr>
                <a:schemeClr val="bg2"/>
              </a:buClr>
              <a:buSzPct val="75000"/>
              <a:buFont typeface="Wingdings" panose="05000000000000000000" pitchFamily="2" charset="2"/>
              <a:buChar char="n"/>
            </a:pPr>
            <a:r>
              <a:rPr altLang="zh-CN" baseline="0" b="1" cap="none" dirty="0" sz="28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1</a:t>
            </a:r>
            <a:r>
              <a:rPr altLang="en-US" baseline="0" b="1" cap="none" dirty="0" sz="28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、目视检测（</a:t>
            </a:r>
            <a:r>
              <a:rPr altLang="zh-CN" baseline="0" b="1" cap="none" dirty="0" sz="28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VT</a:t>
            </a:r>
            <a:r>
              <a:rPr altLang="en-US" baseline="0" b="1" cap="none" dirty="0" sz="28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a:t>
            </a:r>
            <a:endParaRPr altLang="en-US" baseline="0" b="1" cap="none" dirty="0" sz="28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80000"/>
              </a:lnSpc>
              <a:spcBef>
                <a:spcPct val="20000"/>
              </a:spcBef>
              <a:spcAft>
                <a:spcPct val="0"/>
              </a:spcAft>
              <a:buClr>
                <a:schemeClr val="bg2"/>
              </a:buClr>
              <a:buSzPct val="75000"/>
              <a:buFont typeface="Wingdings" panose="05000000000000000000" pitchFamily="2" charset="2"/>
              <a:buNone/>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在国际上非常重视的无损检测第一阶段</a:t>
            </a:r>
            <a:r>
              <a:rPr altLang="en-US" baseline="0" b="0" cap="none" dirty="0" sz="2800" i="0" kern="0" kumimoji="0" lang="zh-CN"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rPr>
              <a:t>首要</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方法。按照国际惯例，目视检测要先做，以确认不会影响后面的检验，再接着做四大常规检验。例如</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BINDT</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的</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PCN</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认证，就有专门的</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VT1</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2</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3</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级考核，更有专门的持证要求。经过国际级的培训，其</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VT</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检测技术会比较专业，而且很受国际机构的重视。 </a:t>
            </a:r>
            <a:endPar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80000"/>
              </a:lnSpc>
              <a:spcBef>
                <a:spcPct val="20000"/>
              </a:spcBef>
              <a:spcAft>
                <a:spcPct val="0"/>
              </a:spcAft>
              <a:buClr>
                <a:schemeClr val="bg2"/>
              </a:buClr>
              <a:buSzPct val="75000"/>
              <a:buFont typeface="Wingdings" panose="05000000000000000000" pitchFamily="2" charset="2"/>
              <a:buNone/>
            </a:pP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VT</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常常用于目视检查焊缝，焊缝本身有工艺评定标准，都是可以通过目测和直接测量尺寸来做初步检验，发现</a:t>
            </a:r>
            <a:r>
              <a:rPr altLang="en-US" baseline="0" b="0" cap="none" dirty="0" sz="2800" i="0" kern="0" kumimoji="0" lang="zh-CN"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rPr>
              <a:t>咬边等不合格的外观缺陷，就要先打磨或者修整，之后才做其他深入的仪器检测</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。例如焊接件表面和铸件表面较多</a:t>
            </a:r>
            <a:r>
              <a:rPr altLang="zh-CN" baseline="0" b="0"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VT</a:t>
            </a:r>
            <a:r>
              <a:rPr altLang="en-US" baseline="0" b="0"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做的比较多，而锻件就很少，并且其检查标准是基本相符的</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p:grpSpPr>
      <p:sp>
        <p:nvSpPr>
          <p:cNvPr id="1048694"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21</a:t>
            </a:fld>
            <a:endParaRPr altLang="zh-CN" dirty="0" sz="1200" lang="en-US">
              <a:latin typeface="Arial Black" panose="020B0A04020102020204" pitchFamily="34" charset="0"/>
            </a:endParaRPr>
          </a:p>
        </p:txBody>
      </p:sp>
      <p:sp>
        <p:nvSpPr>
          <p:cNvPr id="1048695"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696" name="Rectangle 3"/>
          <p:cNvSpPr>
            <a:spLocks noGrp="1" noChangeArrowheads="1"/>
          </p:cNvSpPr>
          <p:nvPr>
            <p:ph idx="1"/>
          </p:nvPr>
        </p:nvSpPr>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zh-CN" baseline="0" b="1" cap="none" dirty="0" sz="28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2</a:t>
            </a:r>
            <a:r>
              <a:rPr altLang="en-US" baseline="0" b="1" cap="none" dirty="0" sz="28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、射线照相法（</a:t>
            </a:r>
            <a:r>
              <a:rPr altLang="zh-CN" baseline="0" b="1" cap="none" dirty="0" sz="28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RT</a:t>
            </a:r>
            <a:r>
              <a:rPr altLang="en-US" baseline="0" b="1" cap="none" dirty="0" sz="28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是指用</a:t>
            </a:r>
            <a:r>
              <a:rPr altLang="zh-CN" baseline="0" b="1"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X</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射线或</a:t>
            </a:r>
            <a:r>
              <a:rPr altLang="zh-CN" baseline="0" b="1"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γ</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射线穿透试件，以胶片作为记录信息的器材的无损检测方法，该方法是最基本的，应用最广泛的一种非破坏性检验方法。 </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zh-CN" baseline="0" b="1"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RT</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的特性是</a:t>
            </a:r>
            <a:r>
              <a:rPr altLang="zh-CN" baseline="0" b="1"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定性更准确，有可供长期保存的直观图像，总体成本相对较高，而且射线对人体有害，检验速度会较慢。 </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p:grpSpPr>
      <p:sp>
        <p:nvSpPr>
          <p:cNvPr id="1048697"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22</a:t>
            </a:fld>
            <a:endParaRPr altLang="zh-CN" dirty="0" sz="1200" lang="en-US">
              <a:latin typeface="Arial Black" panose="020B0A04020102020204" pitchFamily="34" charset="0"/>
            </a:endParaRPr>
          </a:p>
        </p:txBody>
      </p:sp>
      <p:sp>
        <p:nvSpPr>
          <p:cNvPr id="1048698"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53" name="Picture 4"/>
          <p:cNvPicPr>
            <a:picLocks noChangeAspect="1"/>
          </p:cNvPicPr>
          <p:nvPr/>
        </p:nvPicPr>
        <p:blipFill>
          <a:blip xmlns:r="http://schemas.openxmlformats.org/officeDocument/2006/relationships" r:embed="rId1"/>
          <a:srcRect l="17513" t="26375" r="18698" b="14084"/>
          <a:stretch>
            <a:fillRect/>
          </a:stretch>
        </p:blipFill>
        <p:spPr>
          <a:xfrm>
            <a:off x="323850" y="1125538"/>
            <a:ext cx="8569325" cy="4999037"/>
          </a:xfrm>
          <a:prstGeom prst="rect"/>
          <a:noFill/>
          <a:ln w="9525">
            <a:noFill/>
          </a:ln>
        </p:spPr>
      </p:pic>
      <mc:AlternateContent xmlns:mc="http://schemas.openxmlformats.org/markup-compatibility/2006">
        <mc:Choice xmlns:p14="http://schemas.microsoft.com/office/powerpoint/2010/main" Requires="p14">
          <p:contentPart p14:bwMode="auto" r:id="rId2">
            <p14:nvContentPartPr>
              <p14:cNvPr id="1048935" name=""/>
              <p14:cNvContentPartPr/>
              <p14:nvPr/>
            </p14:nvContentPartPr>
            <p14:xfrm>
              <a:off x="6956714" y="2782653"/>
              <a:ext cx="0" cy="0"/>
            </p14:xfrm>
          </p:contentPart>
        </mc:Choice>
        <mc:Fallback>
          <p:sp>
            <p:nvSpPr>
              <p:cNvPr id="1048935" name=""/>
              <p:cNvSpPr/>
              <p:nvPr/>
            </p:nvSpPr>
            <p:spPr>
              <a:xfrm>
                <a:off x="6956714" y="2782653"/>
                <a:ext cx="0" cy="0"/>
              </a:xfrm>
            </p:spPr>
          </p:sp>
        </mc:Fallback>
      </mc:AlternateContent>
      <mc:AlternateContent xmlns:mc="http://schemas.openxmlformats.org/markup-compatibility/2006">
        <mc:Choice xmlns:p14="http://schemas.microsoft.com/office/powerpoint/2010/main" Requires="p14">
          <p:contentPart p14:bwMode="auto" r:id="rId3">
            <p14:nvContentPartPr>
              <p14:cNvPr id="1048936" name=""/>
              <p14:cNvContentPartPr/>
              <p14:nvPr/>
            </p14:nvContentPartPr>
            <p14:xfrm>
              <a:off x="6817777" y="2744886"/>
              <a:ext cx="191670" cy="358115"/>
            </p14:xfrm>
          </p:contentPart>
        </mc:Choice>
        <mc:Fallback>
          <p:sp>
            <p:nvSpPr>
              <p:cNvPr id="1048936" name=""/>
              <p:cNvSpPr/>
              <p:nvPr/>
            </p:nvSpPr>
            <p:spPr>
              <a:xfrm>
                <a:off x="6817777" y="2744886"/>
                <a:ext cx="191670" cy="358115"/>
              </a:xfrm>
            </p:spPr>
          </p:sp>
        </mc:Fallback>
      </mc:AlternateContent>
      <mc:AlternateContent xmlns:mc="http://schemas.openxmlformats.org/markup-compatibility/2006">
        <mc:Choice xmlns:p14="http://schemas.microsoft.com/office/powerpoint/2010/main" Requires="p14">
          <p:contentPart p14:bwMode="auto" r:id="rId4">
            <p14:nvContentPartPr>
              <p14:cNvPr id="1048937" name=""/>
              <p14:cNvContentPartPr/>
              <p14:nvPr/>
            </p14:nvContentPartPr>
            <p14:xfrm>
              <a:off x="6896766" y="2966092"/>
              <a:ext cx="134603" cy="225590"/>
            </p14:xfrm>
          </p:contentPart>
        </mc:Choice>
        <mc:Fallback>
          <p:sp>
            <p:nvSpPr>
              <p:cNvPr id="1048937" name=""/>
              <p:cNvSpPr/>
              <p:nvPr/>
            </p:nvSpPr>
            <p:spPr>
              <a:xfrm>
                <a:off x="6896766" y="2966092"/>
                <a:ext cx="134603" cy="225590"/>
              </a:xfrm>
            </p:spPr>
          </p:sp>
        </mc:Fallback>
      </mc:AlternateContent>
      <mc:AlternateContent xmlns:mc="http://schemas.openxmlformats.org/markup-compatibility/2006">
        <mc:Choice xmlns:p14="http://schemas.microsoft.com/office/powerpoint/2010/main" Requires="p14">
          <p:contentPart p14:bwMode="auto" r:id="rId5">
            <p14:nvContentPartPr>
              <p14:cNvPr id="1048938" name=""/>
              <p14:cNvContentPartPr/>
              <p14:nvPr/>
            </p14:nvContentPartPr>
            <p14:xfrm>
              <a:off x="6995368" y="2861601"/>
              <a:ext cx="182827" cy="166718"/>
            </p14:xfrm>
          </p:contentPart>
        </mc:Choice>
        <mc:Fallback>
          <p:sp>
            <p:nvSpPr>
              <p:cNvPr id="1048938" name=""/>
              <p:cNvSpPr/>
              <p:nvPr/>
            </p:nvSpPr>
            <p:spPr>
              <a:xfrm>
                <a:off x="6995368" y="2861601"/>
                <a:ext cx="182827" cy="166718"/>
              </a:xfrm>
            </p:spPr>
          </p:sp>
        </mc:Fallback>
      </mc:AlternateContent>
      <mc:AlternateContent xmlns:mc="http://schemas.openxmlformats.org/markup-compatibility/2006">
        <mc:Choice xmlns:p14="http://schemas.microsoft.com/office/powerpoint/2010/main" Requires="p14">
          <p:contentPart p14:bwMode="auto" r:id="rId6">
            <p14:nvContentPartPr>
              <p14:cNvPr id="1048939" name=""/>
              <p14:cNvContentPartPr/>
              <p14:nvPr/>
            </p14:nvContentPartPr>
            <p14:xfrm>
              <a:off x="7033432" y="2774859"/>
              <a:ext cx="40887" cy="321316"/>
            </p14:xfrm>
          </p:contentPart>
        </mc:Choice>
        <mc:Fallback>
          <p:sp>
            <p:nvSpPr>
              <p:cNvPr id="1048939" name=""/>
              <p:cNvSpPr/>
              <p:nvPr/>
            </p:nvSpPr>
            <p:spPr>
              <a:xfrm>
                <a:off x="7033432" y="2774859"/>
                <a:ext cx="40887" cy="321316"/>
              </a:xfrm>
            </p:spPr>
          </p:sp>
        </mc:Fallback>
      </mc:AlternateContent>
      <mc:AlternateContent xmlns:mc="http://schemas.openxmlformats.org/markup-compatibility/2006">
        <mc:Choice xmlns:p14="http://schemas.microsoft.com/office/powerpoint/2010/main" Requires="p14">
          <p:contentPart p14:bwMode="auto" r:id="rId7">
            <p14:nvContentPartPr>
              <p14:cNvPr id="1048940" name=""/>
              <p14:cNvContentPartPr/>
              <p14:nvPr/>
            </p14:nvContentPartPr>
            <p14:xfrm>
              <a:off x="7110779" y="2983477"/>
              <a:ext cx="123410" cy="100039"/>
            </p14:xfrm>
          </p:contentPart>
        </mc:Choice>
        <mc:Fallback>
          <p:sp>
            <p:nvSpPr>
              <p:cNvPr id="1048940" name=""/>
              <p:cNvSpPr/>
              <p:nvPr/>
            </p:nvSpPr>
            <p:spPr>
              <a:xfrm>
                <a:off x="7110779" y="2983477"/>
                <a:ext cx="123410" cy="100039"/>
              </a:xfrm>
            </p:spPr>
          </p:sp>
        </mc:Fallback>
      </mc:AlternateContent>
      <mc:AlternateContent xmlns:mc="http://schemas.openxmlformats.org/markup-compatibility/2006">
        <mc:Choice xmlns:p14="http://schemas.microsoft.com/office/powerpoint/2010/main" Requires="p14">
          <p:contentPart p14:bwMode="auto" r:id="rId8">
            <p14:nvContentPartPr>
              <p14:cNvPr id="1048941" name=""/>
              <p14:cNvContentPartPr/>
              <p14:nvPr/>
            </p14:nvContentPartPr>
            <p14:xfrm>
              <a:off x="7254653" y="2792844"/>
              <a:ext cx="25833" cy="247287"/>
            </p14:xfrm>
          </p:contentPart>
        </mc:Choice>
        <mc:Fallback>
          <p:sp>
            <p:nvSpPr>
              <p:cNvPr id="1048941" name=""/>
              <p:cNvSpPr/>
              <p:nvPr/>
            </p:nvSpPr>
            <p:spPr>
              <a:xfrm>
                <a:off x="7254653" y="2792844"/>
                <a:ext cx="25833" cy="247287"/>
              </a:xfrm>
            </p:spPr>
          </p:sp>
        </mc:Fallback>
      </mc:AlternateContent>
      <mc:AlternateContent xmlns:mc="http://schemas.openxmlformats.org/markup-compatibility/2006">
        <mc:Choice xmlns:p14="http://schemas.microsoft.com/office/powerpoint/2010/main" Requires="p14">
          <p:contentPart p14:bwMode="auto" r:id="rId9">
            <p14:nvContentPartPr>
              <p14:cNvPr id="1048942" name=""/>
              <p14:cNvContentPartPr/>
              <p14:nvPr/>
            </p14:nvContentPartPr>
            <p14:xfrm>
              <a:off x="7254982" y="2719108"/>
              <a:ext cx="76958" cy="204743"/>
            </p14:xfrm>
          </p:contentPart>
        </mc:Choice>
        <mc:Fallback>
          <p:sp>
            <p:nvSpPr>
              <p:cNvPr id="1048942" name=""/>
              <p:cNvSpPr/>
              <p:nvPr/>
            </p:nvSpPr>
            <p:spPr>
              <a:xfrm>
                <a:off x="7254982" y="2719108"/>
                <a:ext cx="76958" cy="204743"/>
              </a:xfrm>
            </p:spPr>
          </p:sp>
        </mc:Fallback>
      </mc:AlternateContent>
      <mc:AlternateContent xmlns:mc="http://schemas.openxmlformats.org/markup-compatibility/2006">
        <mc:Choice xmlns:p14="http://schemas.microsoft.com/office/powerpoint/2010/main" Requires="p14">
          <p:contentPart p14:bwMode="auto" r:id="rId10">
            <p14:nvContentPartPr>
              <p14:cNvPr id="1048943" name=""/>
              <p14:cNvContentPartPr/>
              <p14:nvPr/>
            </p14:nvContentPartPr>
            <p14:xfrm>
              <a:off x="7326577" y="2692731"/>
              <a:ext cx="86937" cy="336784"/>
            </p14:xfrm>
          </p:contentPart>
        </mc:Choice>
        <mc:Fallback>
          <p:sp>
            <p:nvSpPr>
              <p:cNvPr id="1048943" name=""/>
              <p:cNvSpPr/>
              <p:nvPr/>
            </p:nvSpPr>
            <p:spPr>
              <a:xfrm>
                <a:off x="7326577" y="2692731"/>
                <a:ext cx="86937" cy="336784"/>
              </a:xfrm>
            </p:spPr>
          </p:sp>
        </mc:Fallback>
      </mc:AlternateContent>
      <mc:AlternateContent xmlns:mc="http://schemas.openxmlformats.org/markup-compatibility/2006">
        <mc:Choice xmlns:p14="http://schemas.microsoft.com/office/powerpoint/2010/main" Requires="p14">
          <p:contentPart p14:bwMode="auto" r:id="rId11">
            <p14:nvContentPartPr>
              <p14:cNvPr id="1048944" name=""/>
              <p14:cNvContentPartPr/>
              <p14:nvPr/>
            </p14:nvContentPartPr>
            <p14:xfrm>
              <a:off x="7409917" y="2788630"/>
              <a:ext cx="143873" cy="229721"/>
            </p14:xfrm>
          </p:contentPart>
        </mc:Choice>
        <mc:Fallback>
          <p:sp>
            <p:nvSpPr>
              <p:cNvPr id="1048944" name=""/>
              <p:cNvSpPr/>
              <p:nvPr/>
            </p:nvSpPr>
            <p:spPr>
              <a:xfrm>
                <a:off x="7409917" y="2788630"/>
                <a:ext cx="143873" cy="229721"/>
              </a:xfrm>
            </p:spPr>
          </p:sp>
        </mc:Fallback>
      </mc:AlternateContent>
      <mc:AlternateContent xmlns:mc="http://schemas.openxmlformats.org/markup-compatibility/2006">
        <mc:Choice xmlns:p14="http://schemas.microsoft.com/office/powerpoint/2010/main" Requires="p14">
          <p:contentPart p14:bwMode="auto" r:id="rId12">
            <p14:nvContentPartPr>
              <p14:cNvPr id="1048945" name=""/>
              <p14:cNvContentPartPr/>
              <p14:nvPr/>
            </p14:nvContentPartPr>
            <p14:xfrm>
              <a:off x="7637943" y="2642975"/>
              <a:ext cx="99288" cy="153416"/>
            </p14:xfrm>
          </p:contentPart>
        </mc:Choice>
        <mc:Fallback>
          <p:sp>
            <p:nvSpPr>
              <p:cNvPr id="1048945" name=""/>
              <p:cNvSpPr/>
              <p:nvPr/>
            </p:nvSpPr>
            <p:spPr>
              <a:xfrm>
                <a:off x="7637943" y="2642975"/>
                <a:ext cx="99288" cy="153416"/>
              </a:xfrm>
            </p:spPr>
          </p:sp>
        </mc:Fallback>
      </mc:AlternateContent>
      <mc:AlternateContent xmlns:mc="http://schemas.openxmlformats.org/markup-compatibility/2006">
        <mc:Choice xmlns:p14="http://schemas.microsoft.com/office/powerpoint/2010/main" Requires="p14">
          <p:contentPart p14:bwMode="auto" r:id="rId13">
            <p14:nvContentPartPr>
              <p14:cNvPr id="1048946" name=""/>
              <p14:cNvContentPartPr/>
              <p14:nvPr/>
            </p14:nvContentPartPr>
            <p14:xfrm>
              <a:off x="7690471" y="2744286"/>
              <a:ext cx="79511" cy="216710"/>
            </p14:xfrm>
          </p:contentPart>
        </mc:Choice>
        <mc:Fallback>
          <p:sp>
            <p:nvSpPr>
              <p:cNvPr id="1048946" name=""/>
              <p:cNvSpPr/>
              <p:nvPr/>
            </p:nvSpPr>
            <p:spPr>
              <a:xfrm>
                <a:off x="7690471" y="2744286"/>
                <a:ext cx="79511" cy="216710"/>
              </a:xfrm>
            </p:spPr>
          </p:sp>
        </mc:Fallback>
      </mc:AlternateContent>
      <mc:AlternateContent xmlns:mc="http://schemas.openxmlformats.org/markup-compatibility/2006">
        <mc:Choice xmlns:p14="http://schemas.microsoft.com/office/powerpoint/2010/main" Requires="p14">
          <p:contentPart p14:bwMode="auto" r:id="rId14">
            <p14:nvContentPartPr>
              <p14:cNvPr id="1048947" name=""/>
              <p14:cNvContentPartPr/>
              <p14:nvPr/>
            </p14:nvContentPartPr>
            <p14:xfrm>
              <a:off x="7758283" y="2587823"/>
              <a:ext cx="210678" cy="354391"/>
            </p14:xfrm>
          </p:contentPart>
        </mc:Choice>
        <mc:Fallback>
          <p:sp>
            <p:nvSpPr>
              <p:cNvPr id="1048947" name=""/>
              <p:cNvSpPr/>
              <p:nvPr/>
            </p:nvSpPr>
            <p:spPr>
              <a:xfrm>
                <a:off x="7758283" y="2587823"/>
                <a:ext cx="210678" cy="354391"/>
              </a:xfrm>
            </p:spPr>
          </p:sp>
        </mc:Fallback>
      </mc:AlternateContent>
      <mc:AlternateContent xmlns:mc="http://schemas.openxmlformats.org/markup-compatibility/2006">
        <mc:Choice xmlns:p14="http://schemas.microsoft.com/office/powerpoint/2010/main" Requires="p14">
          <p:contentPart p14:bwMode="auto" r:id="rId15">
            <p14:nvContentPartPr>
              <p14:cNvPr id="1048948" name=""/>
              <p14:cNvContentPartPr/>
              <p14:nvPr/>
            </p14:nvContentPartPr>
            <p14:xfrm>
              <a:off x="8043563" y="2578231"/>
              <a:ext cx="15813" cy="85228"/>
            </p14:xfrm>
          </p:contentPart>
        </mc:Choice>
        <mc:Fallback>
          <p:sp>
            <p:nvSpPr>
              <p:cNvPr id="1048948" name=""/>
              <p:cNvSpPr/>
              <p:nvPr/>
            </p:nvSpPr>
            <p:spPr>
              <a:xfrm>
                <a:off x="8043563" y="2578231"/>
                <a:ext cx="15813" cy="85228"/>
              </a:xfrm>
            </p:spPr>
          </p:sp>
        </mc:Fallback>
      </mc:AlternateContent>
      <mc:AlternateContent xmlns:mc="http://schemas.openxmlformats.org/markup-compatibility/2006">
        <mc:Choice xmlns:p14="http://schemas.microsoft.com/office/powerpoint/2010/main" Requires="p14">
          <p:contentPart p14:bwMode="auto" r:id="rId16">
            <p14:nvContentPartPr>
              <p14:cNvPr id="1048949" name=""/>
              <p14:cNvContentPartPr/>
              <p14:nvPr/>
            </p14:nvContentPartPr>
            <p14:xfrm>
              <a:off x="8031573" y="2474714"/>
              <a:ext cx="192456" cy="91898"/>
            </p14:xfrm>
          </p:contentPart>
        </mc:Choice>
        <mc:Fallback>
          <p:sp>
            <p:nvSpPr>
              <p:cNvPr id="1048949" name=""/>
              <p:cNvSpPr/>
              <p:nvPr/>
            </p:nvSpPr>
            <p:spPr>
              <a:xfrm>
                <a:off x="8031573" y="2474714"/>
                <a:ext cx="192456" cy="91898"/>
              </a:xfrm>
            </p:spPr>
          </p:sp>
        </mc:Fallback>
      </mc:AlternateContent>
      <mc:AlternateContent xmlns:mc="http://schemas.openxmlformats.org/markup-compatibility/2006">
        <mc:Choice xmlns:p14="http://schemas.microsoft.com/office/powerpoint/2010/main" Requires="p14">
          <p:contentPart p14:bwMode="auto" r:id="rId17">
            <p14:nvContentPartPr>
              <p14:cNvPr id="1048950" name=""/>
              <p14:cNvContentPartPr/>
              <p14:nvPr/>
            </p14:nvContentPartPr>
            <p14:xfrm>
              <a:off x="8025584" y="2503897"/>
              <a:ext cx="180612" cy="167342"/>
            </p14:xfrm>
          </p:contentPart>
        </mc:Choice>
        <mc:Fallback>
          <p:sp>
            <p:nvSpPr>
              <p:cNvPr id="1048950" name=""/>
              <p:cNvSpPr/>
              <p:nvPr/>
            </p:nvSpPr>
            <p:spPr>
              <a:xfrm>
                <a:off x="8025584" y="2503897"/>
                <a:ext cx="180612" cy="167342"/>
              </a:xfrm>
            </p:spPr>
          </p:sp>
        </mc:Fallback>
      </mc:AlternateContent>
      <mc:AlternateContent xmlns:mc="http://schemas.openxmlformats.org/markup-compatibility/2006">
        <mc:Choice xmlns:p14="http://schemas.microsoft.com/office/powerpoint/2010/main" Requires="p14">
          <p:contentPart p14:bwMode="auto" r:id="rId18">
            <p14:nvContentPartPr>
              <p14:cNvPr id="1048951" name=""/>
              <p14:cNvContentPartPr/>
              <p14:nvPr/>
            </p14:nvContentPartPr>
            <p14:xfrm>
              <a:off x="8062745" y="2627681"/>
              <a:ext cx="26094" cy="166773"/>
            </p14:xfrm>
          </p:contentPart>
        </mc:Choice>
        <mc:Fallback>
          <p:sp>
            <p:nvSpPr>
              <p:cNvPr id="1048951" name=""/>
              <p:cNvSpPr/>
              <p:nvPr/>
            </p:nvSpPr>
            <p:spPr>
              <a:xfrm>
                <a:off x="8062745" y="2627681"/>
                <a:ext cx="26094" cy="166773"/>
              </a:xfrm>
            </p:spPr>
          </p:sp>
        </mc:Fallback>
      </mc:AlternateContent>
      <mc:AlternateContent xmlns:mc="http://schemas.openxmlformats.org/markup-compatibility/2006">
        <mc:Choice xmlns:p14="http://schemas.microsoft.com/office/powerpoint/2010/main" Requires="p14">
          <p:contentPart p14:bwMode="auto" r:id="rId19">
            <p14:nvContentPartPr>
              <p14:cNvPr id="1048952" name=""/>
              <p14:cNvContentPartPr/>
              <p14:nvPr/>
            </p14:nvContentPartPr>
            <p14:xfrm>
              <a:off x="8092121" y="2662541"/>
              <a:ext cx="137102" cy="177284"/>
            </p14:xfrm>
          </p:contentPart>
        </mc:Choice>
        <mc:Fallback>
          <p:sp>
            <p:nvSpPr>
              <p:cNvPr id="1048952" name=""/>
              <p:cNvSpPr/>
              <p:nvPr/>
            </p:nvSpPr>
            <p:spPr>
              <a:xfrm>
                <a:off x="8092121" y="2662541"/>
                <a:ext cx="137102" cy="177284"/>
              </a:xfrm>
            </p:spPr>
          </p:sp>
        </mc:Fallback>
      </mc:AlternateContent>
      <mc:AlternateContent xmlns:mc="http://schemas.openxmlformats.org/markup-compatibility/2006">
        <mc:Choice xmlns:p14="http://schemas.microsoft.com/office/powerpoint/2010/main" Requires="p14">
          <p:contentPart p14:bwMode="auto" r:id="rId20">
            <p14:nvContentPartPr>
              <p14:cNvPr id="1048953" name=""/>
              <p14:cNvContentPartPr/>
              <p14:nvPr/>
            </p14:nvContentPartPr>
            <p14:xfrm>
              <a:off x="7941280" y="2731098"/>
              <a:ext cx="457462" cy="184566"/>
            </p14:xfrm>
          </p:contentPart>
        </mc:Choice>
        <mc:Fallback>
          <p:sp>
            <p:nvSpPr>
              <p:cNvPr id="1048953" name=""/>
              <p:cNvSpPr/>
              <p:nvPr/>
            </p:nvSpPr>
            <p:spPr>
              <a:xfrm>
                <a:off x="7941280" y="2731098"/>
                <a:ext cx="457462" cy="184566"/>
              </a:xfrm>
            </p:spPr>
          </p:sp>
        </mc:Fallback>
      </mc:AlternateContent>
      <mc:AlternateContent xmlns:mc="http://schemas.openxmlformats.org/markup-compatibility/2006">
        <mc:Choice xmlns:p14="http://schemas.microsoft.com/office/powerpoint/2010/main" Requires="p14">
          <p:contentPart p14:bwMode="auto" r:id="rId21">
            <p14:nvContentPartPr>
              <p14:cNvPr id="1048954" name=""/>
              <p14:cNvContentPartPr/>
              <p14:nvPr/>
            </p14:nvContentPartPr>
            <p14:xfrm>
              <a:off x="8538130" y="2371576"/>
              <a:ext cx="213297" cy="328180"/>
            </p14:xfrm>
          </p:contentPart>
        </mc:Choice>
        <mc:Fallback>
          <p:sp>
            <p:nvSpPr>
              <p:cNvPr id="1048954" name=""/>
              <p:cNvSpPr/>
              <p:nvPr/>
            </p:nvSpPr>
            <p:spPr>
              <a:xfrm>
                <a:off x="8538130" y="2371576"/>
                <a:ext cx="213297" cy="328180"/>
              </a:xfrm>
            </p:spPr>
          </p:sp>
        </mc:Fallback>
      </mc:AlternateContent>
      <mc:AlternateContent xmlns:mc="http://schemas.openxmlformats.org/markup-compatibility/2006">
        <mc:Choice xmlns:p14="http://schemas.microsoft.com/office/powerpoint/2010/main" Requires="p14">
          <p:contentPart p14:bwMode="auto" r:id="rId22">
            <p14:nvContentPartPr>
              <p14:cNvPr id="1048955" name=""/>
              <p14:cNvContentPartPr/>
              <p14:nvPr/>
            </p14:nvContentPartPr>
            <p14:xfrm>
              <a:off x="8874436" y="2466729"/>
              <a:ext cx="0" cy="0"/>
            </p14:xfrm>
          </p:contentPart>
        </mc:Choice>
        <mc:Fallback>
          <p:sp>
            <p:nvSpPr>
              <p:cNvPr id="1048955" name=""/>
              <p:cNvSpPr/>
              <p:nvPr/>
            </p:nvSpPr>
            <p:spPr>
              <a:xfrm>
                <a:off x="8874436" y="2466729"/>
                <a:ext cx="0" cy="0"/>
              </a:xfrm>
            </p:spPr>
          </p:sp>
        </mc:Fallback>
      </mc:AlternateContent>
      <mc:AlternateContent xmlns:mc="http://schemas.openxmlformats.org/markup-compatibility/2006">
        <mc:Choice xmlns:p14="http://schemas.microsoft.com/office/powerpoint/2010/main" Requires="p14">
          <p:contentPart p14:bwMode="auto" r:id="rId23">
            <p14:nvContentPartPr>
              <p14:cNvPr id="1048956" name=""/>
              <p14:cNvContentPartPr/>
              <p14:nvPr/>
            </p14:nvContentPartPr>
            <p14:xfrm>
              <a:off x="7164731" y="3553044"/>
              <a:ext cx="131467" cy="56285"/>
            </p14:xfrm>
          </p:contentPart>
        </mc:Choice>
        <mc:Fallback>
          <p:sp>
            <p:nvSpPr>
              <p:cNvPr id="1048956" name=""/>
              <p:cNvSpPr/>
              <p:nvPr/>
            </p:nvSpPr>
            <p:spPr>
              <a:xfrm>
                <a:off x="7164731" y="3553044"/>
                <a:ext cx="131467" cy="56285"/>
              </a:xfrm>
            </p:spPr>
          </p:sp>
        </mc:Fallback>
      </mc:AlternateContent>
      <mc:AlternateContent xmlns:mc="http://schemas.openxmlformats.org/markup-compatibility/2006">
        <mc:Choice xmlns:p14="http://schemas.microsoft.com/office/powerpoint/2010/main" Requires="p14">
          <p:contentPart p14:bwMode="auto" r:id="rId24">
            <p14:nvContentPartPr>
              <p14:cNvPr id="1048957" name=""/>
              <p14:cNvContentPartPr/>
              <p14:nvPr/>
            </p14:nvContentPartPr>
            <p14:xfrm>
              <a:off x="7157538" y="3573840"/>
              <a:ext cx="181933" cy="268151"/>
            </p14:xfrm>
          </p:contentPart>
        </mc:Choice>
        <mc:Fallback>
          <p:sp>
            <p:nvSpPr>
              <p:cNvPr id="1048957" name=""/>
              <p:cNvSpPr/>
              <p:nvPr/>
            </p:nvSpPr>
            <p:spPr>
              <a:xfrm>
                <a:off x="7157538" y="3573840"/>
                <a:ext cx="181933" cy="268151"/>
              </a:xfrm>
            </p:spPr>
          </p:sp>
        </mc:Fallback>
      </mc:AlternateContent>
      <mc:AlternateContent xmlns:mc="http://schemas.openxmlformats.org/markup-compatibility/2006">
        <mc:Choice xmlns:p14="http://schemas.microsoft.com/office/powerpoint/2010/main" Requires="p14">
          <p:contentPart p14:bwMode="auto" r:id="rId25">
            <p14:nvContentPartPr>
              <p14:cNvPr id="1048958" name=""/>
              <p14:cNvContentPartPr/>
              <p14:nvPr/>
            </p14:nvContentPartPr>
            <p14:xfrm>
              <a:off x="7309805" y="3443704"/>
              <a:ext cx="217760" cy="135685"/>
            </p14:xfrm>
          </p:contentPart>
        </mc:Choice>
        <mc:Fallback>
          <p:sp>
            <p:nvSpPr>
              <p:cNvPr id="1048958" name=""/>
              <p:cNvSpPr/>
              <p:nvPr/>
            </p:nvSpPr>
            <p:spPr>
              <a:xfrm>
                <a:off x="7309805" y="3443704"/>
                <a:ext cx="217760" cy="135685"/>
              </a:xfrm>
            </p:spPr>
          </p:sp>
        </mc:Fallback>
      </mc:AlternateContent>
      <mc:AlternateContent xmlns:mc="http://schemas.openxmlformats.org/markup-compatibility/2006">
        <mc:Choice xmlns:p14="http://schemas.microsoft.com/office/powerpoint/2010/main" Requires="p14">
          <p:contentPart p14:bwMode="auto" r:id="rId26">
            <p14:nvContentPartPr>
              <p14:cNvPr id="1048959" name=""/>
              <p14:cNvContentPartPr/>
              <p14:nvPr/>
            </p14:nvContentPartPr>
            <p14:xfrm>
              <a:off x="7303755" y="3505055"/>
              <a:ext cx="205389" cy="314099"/>
            </p14:xfrm>
          </p:contentPart>
        </mc:Choice>
        <mc:Fallback>
          <p:sp>
            <p:nvSpPr>
              <p:cNvPr id="1048959" name=""/>
              <p:cNvSpPr/>
              <p:nvPr/>
            </p:nvSpPr>
            <p:spPr>
              <a:xfrm>
                <a:off x="7303755" y="3505055"/>
                <a:ext cx="205389" cy="314099"/>
              </a:xfrm>
            </p:spPr>
          </p:sp>
        </mc:Fallback>
      </mc:AlternateContent>
      <mc:AlternateContent xmlns:mc="http://schemas.openxmlformats.org/markup-compatibility/2006">
        <mc:Choice xmlns:p14="http://schemas.microsoft.com/office/powerpoint/2010/main" Requires="p14">
          <p:contentPart p14:bwMode="auto" r:id="rId27">
            <p14:nvContentPartPr>
              <p14:cNvPr id="1048960" name=""/>
              <p14:cNvContentPartPr/>
              <p14:nvPr/>
            </p14:nvContentPartPr>
            <p14:xfrm>
              <a:off x="7520221" y="3690488"/>
              <a:ext cx="85535" cy="57848"/>
            </p14:xfrm>
          </p:contentPart>
        </mc:Choice>
        <mc:Fallback>
          <p:sp>
            <p:nvSpPr>
              <p:cNvPr id="1048960" name=""/>
              <p:cNvSpPr/>
              <p:nvPr/>
            </p:nvSpPr>
            <p:spPr>
              <a:xfrm>
                <a:off x="7520221" y="3690488"/>
                <a:ext cx="85535" cy="57848"/>
              </a:xfrm>
            </p:spPr>
          </p:sp>
        </mc:Fallback>
      </mc:AlternateContent>
      <mc:AlternateContent xmlns:mc="http://schemas.openxmlformats.org/markup-compatibility/2006">
        <mc:Choice xmlns:p14="http://schemas.microsoft.com/office/powerpoint/2010/main" Requires="p14">
          <p:contentPart p14:bwMode="auto" r:id="rId28">
            <p14:nvContentPartPr>
              <p14:cNvPr id="1048961" name=""/>
              <p14:cNvContentPartPr/>
              <p14:nvPr/>
            </p14:nvContentPartPr>
            <p14:xfrm>
              <a:off x="7676691" y="3340764"/>
              <a:ext cx="132781" cy="123789"/>
            </p14:xfrm>
          </p:contentPart>
        </mc:Choice>
        <mc:Fallback>
          <p:sp>
            <p:nvSpPr>
              <p:cNvPr id="1048961" name=""/>
              <p:cNvSpPr/>
              <p:nvPr/>
            </p:nvSpPr>
            <p:spPr>
              <a:xfrm>
                <a:off x="7676691" y="3340764"/>
                <a:ext cx="132781" cy="123789"/>
              </a:xfrm>
            </p:spPr>
          </p:sp>
        </mc:Fallback>
      </mc:AlternateContent>
      <mc:AlternateContent xmlns:mc="http://schemas.openxmlformats.org/markup-compatibility/2006">
        <mc:Choice xmlns:p14="http://schemas.microsoft.com/office/powerpoint/2010/main" Requires="p14">
          <p:contentPart p14:bwMode="auto" r:id="rId29">
            <p14:nvContentPartPr>
              <p14:cNvPr id="1048962" name=""/>
              <p14:cNvContentPartPr/>
              <p14:nvPr/>
            </p14:nvContentPartPr>
            <p14:xfrm>
              <a:off x="7651506" y="3485837"/>
              <a:ext cx="34290" cy="247177"/>
            </p14:xfrm>
          </p:contentPart>
        </mc:Choice>
        <mc:Fallback>
          <p:sp>
            <p:nvSpPr>
              <p:cNvPr id="1048962" name=""/>
              <p:cNvSpPr/>
              <p:nvPr/>
            </p:nvSpPr>
            <p:spPr>
              <a:xfrm>
                <a:off x="7651506" y="3485837"/>
                <a:ext cx="34290" cy="247177"/>
              </a:xfrm>
            </p:spPr>
          </p:sp>
        </mc:Fallback>
      </mc:AlternateContent>
      <mc:AlternateContent xmlns:mc="http://schemas.openxmlformats.org/markup-compatibility/2006">
        <mc:Choice xmlns:p14="http://schemas.microsoft.com/office/powerpoint/2010/main" Requires="p14">
          <p:contentPart p14:bwMode="auto" r:id="rId30">
            <p14:nvContentPartPr>
              <p14:cNvPr id="1048963" name=""/>
              <p14:cNvContentPartPr/>
              <p14:nvPr/>
            </p14:nvContentPartPr>
            <p14:xfrm>
              <a:off x="7641914" y="3485180"/>
              <a:ext cx="219466" cy="55809"/>
            </p14:xfrm>
          </p:contentPart>
        </mc:Choice>
        <mc:Fallback>
          <p:sp>
            <p:nvSpPr>
              <p:cNvPr id="1048963" name=""/>
              <p:cNvSpPr/>
              <p:nvPr/>
            </p:nvSpPr>
            <p:spPr>
              <a:xfrm>
                <a:off x="7641914" y="3485180"/>
                <a:ext cx="219466" cy="55809"/>
              </a:xfrm>
            </p:spPr>
          </p:sp>
        </mc:Fallback>
      </mc:AlternateContent>
      <mc:AlternateContent xmlns:mc="http://schemas.openxmlformats.org/markup-compatibility/2006">
        <mc:Choice xmlns:p14="http://schemas.microsoft.com/office/powerpoint/2010/main" Requires="p14">
          <p:contentPart p14:bwMode="auto" r:id="rId31">
            <p14:nvContentPartPr>
              <p14:cNvPr id="1048964" name=""/>
              <p14:cNvContentPartPr/>
              <p14:nvPr/>
            </p14:nvContentPartPr>
            <p14:xfrm>
              <a:off x="7710254" y="3482241"/>
              <a:ext cx="31004" cy="68655"/>
            </p14:xfrm>
          </p:contentPart>
        </mc:Choice>
        <mc:Fallback>
          <p:sp>
            <p:nvSpPr>
              <p:cNvPr id="1048964" name=""/>
              <p:cNvSpPr/>
              <p:nvPr/>
            </p:nvSpPr>
            <p:spPr>
              <a:xfrm>
                <a:off x="7710254" y="3482241"/>
                <a:ext cx="31004" cy="68655"/>
              </a:xfrm>
            </p:spPr>
          </p:sp>
        </mc:Fallback>
      </mc:AlternateContent>
      <mc:AlternateContent xmlns:mc="http://schemas.openxmlformats.org/markup-compatibility/2006">
        <mc:Choice xmlns:p14="http://schemas.microsoft.com/office/powerpoint/2010/main" Requires="p14">
          <p:contentPart p14:bwMode="auto" r:id="rId32">
            <p14:nvContentPartPr>
              <p14:cNvPr id="1048965" name=""/>
              <p14:cNvContentPartPr/>
              <p14:nvPr/>
            </p14:nvContentPartPr>
            <p14:xfrm>
              <a:off x="7717422" y="3468453"/>
              <a:ext cx="121012" cy="259261"/>
            </p14:xfrm>
          </p:contentPart>
        </mc:Choice>
        <mc:Fallback>
          <p:sp>
            <p:nvSpPr>
              <p:cNvPr id="1048965" name=""/>
              <p:cNvSpPr/>
              <p:nvPr/>
            </p:nvSpPr>
            <p:spPr>
              <a:xfrm>
                <a:off x="7717422" y="3468453"/>
                <a:ext cx="121012" cy="259261"/>
              </a:xfrm>
            </p:spPr>
          </p:sp>
        </mc:Fallback>
      </mc:AlternateContent>
      <mc:AlternateContent xmlns:mc="http://schemas.openxmlformats.org/markup-compatibility/2006">
        <mc:Choice xmlns:p14="http://schemas.microsoft.com/office/powerpoint/2010/main" Requires="p14">
          <p:contentPart p14:bwMode="auto" r:id="rId33">
            <p14:nvContentPartPr>
              <p14:cNvPr id="1048966" name=""/>
              <p14:cNvContentPartPr/>
              <p14:nvPr/>
            </p14:nvContentPartPr>
            <p14:xfrm>
              <a:off x="7719846" y="3661483"/>
              <a:ext cx="220363" cy="105887"/>
            </p14:xfrm>
          </p:contentPart>
        </mc:Choice>
        <mc:Fallback>
          <p:sp>
            <p:nvSpPr>
              <p:cNvPr id="1048966" name=""/>
              <p:cNvSpPr/>
              <p:nvPr/>
            </p:nvSpPr>
            <p:spPr>
              <a:xfrm>
                <a:off x="7719846" y="3661483"/>
                <a:ext cx="220363" cy="105887"/>
              </a:xfrm>
            </p:spPr>
          </p:sp>
        </mc:Fallback>
      </mc:AlternateContent>
      <mc:AlternateContent xmlns:mc="http://schemas.openxmlformats.org/markup-compatibility/2006">
        <mc:Choice xmlns:p14="http://schemas.microsoft.com/office/powerpoint/2010/main" Requires="p14">
          <p:contentPart p14:bwMode="auto" r:id="rId34">
            <p14:nvContentPartPr>
              <p14:cNvPr id="1048967" name=""/>
              <p14:cNvContentPartPr/>
              <p14:nvPr/>
            </p14:nvContentPartPr>
            <p14:xfrm>
              <a:off x="8085526" y="3447471"/>
              <a:ext cx="221048" cy="131297"/>
            </p14:xfrm>
          </p:contentPart>
        </mc:Choice>
        <mc:Fallback>
          <p:sp>
            <p:nvSpPr>
              <p:cNvPr id="1048967" name=""/>
              <p:cNvSpPr/>
              <p:nvPr/>
            </p:nvSpPr>
            <p:spPr>
              <a:xfrm>
                <a:off x="8085526" y="3447471"/>
                <a:ext cx="221048" cy="131297"/>
              </a:xfrm>
            </p:spPr>
          </p:sp>
        </mc:Fallback>
      </mc:AlternateContent>
      <mc:AlternateContent xmlns:mc="http://schemas.openxmlformats.org/markup-compatibility/2006">
        <mc:Choice xmlns:p14="http://schemas.microsoft.com/office/powerpoint/2010/main" Requires="p14">
          <p:contentPart p14:bwMode="auto" r:id="rId35">
            <p14:nvContentPartPr>
              <p14:cNvPr id="1048968" name=""/>
              <p14:cNvContentPartPr/>
              <p14:nvPr/>
            </p14:nvContentPartPr>
            <p14:xfrm>
              <a:off x="8100877" y="3340764"/>
              <a:ext cx="171086" cy="313185"/>
            </p14:xfrm>
          </p:contentPart>
        </mc:Choice>
        <mc:Fallback>
          <p:sp>
            <p:nvSpPr>
              <p:cNvPr id="1048968" name=""/>
              <p:cNvSpPr/>
              <p:nvPr/>
            </p:nvSpPr>
            <p:spPr>
              <a:xfrm>
                <a:off x="8100877" y="3340764"/>
                <a:ext cx="171086" cy="313185"/>
              </a:xfrm>
            </p:spPr>
          </p:sp>
        </mc:Fallback>
      </mc:AlternateContent>
      <mc:AlternateContent xmlns:mc="http://schemas.openxmlformats.org/markup-compatibility/2006">
        <mc:Choice xmlns:p14="http://schemas.microsoft.com/office/powerpoint/2010/main" Requires="p14">
          <p:contentPart p14:bwMode="auto" r:id="rId36">
            <p14:nvContentPartPr>
              <p14:cNvPr id="1048969" name=""/>
              <p14:cNvContentPartPr/>
              <p14:nvPr/>
            </p14:nvContentPartPr>
            <p14:xfrm>
              <a:off x="8281570" y="3586420"/>
              <a:ext cx="20366" cy="10320"/>
            </p14:xfrm>
          </p:contentPart>
        </mc:Choice>
        <mc:Fallback>
          <p:sp>
            <p:nvSpPr>
              <p:cNvPr id="1048969" name=""/>
              <p:cNvSpPr/>
              <p:nvPr/>
            </p:nvSpPr>
            <p:spPr>
              <a:xfrm>
                <a:off x="8281570" y="3586420"/>
                <a:ext cx="20366" cy="10320"/>
              </a:xfrm>
            </p:spPr>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p:grpSpPr>
      <p:sp>
        <p:nvSpPr>
          <p:cNvPr id="1048699"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23</a:t>
            </a:fld>
            <a:endParaRPr altLang="zh-CN" dirty="0" sz="1200" lang="en-US">
              <a:latin typeface="Arial Black" panose="020B0A04020102020204" pitchFamily="34" charset="0"/>
            </a:endParaRPr>
          </a:p>
        </p:txBody>
      </p:sp>
      <p:sp>
        <p:nvSpPr>
          <p:cNvPr id="1048700"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01" name="Rectangle 3"/>
          <p:cNvSpPr>
            <a:spLocks noGrp="1"/>
          </p:cNvSpPr>
          <p:nvPr>
            <p:ph idx="1"/>
          </p:nvPr>
        </p:nvSpPr>
        <p:spPr>
          <a:xfrm>
            <a:off x="323850" y="1628775"/>
            <a:ext cx="8640763" cy="4679950"/>
          </a:xfrm>
        </p:spPr>
        <p:txBody>
          <a:bodyPr anchor="t" bIns="45720" lIns="91440" rIns="91440" tIns="45720" vert="horz" wrap="square"/>
          <a:p>
            <a:pPr eaLnBrk="1" hangingPunct="1"/>
            <a:r>
              <a:rPr altLang="zh-CN" b="1" dirty="0" sz="2800" lang="en-US">
                <a:solidFill>
                  <a:schemeClr val="bg2"/>
                </a:solidFill>
                <a:latin typeface="黑体" panose="02010609060101010101" pitchFamily="49" charset="-122"/>
                <a:ea typeface="黑体" panose="02010609060101010101" pitchFamily="49" charset="-122"/>
              </a:rPr>
              <a:t>3</a:t>
            </a:r>
            <a:r>
              <a:rPr altLang="en-US" b="1" dirty="0" sz="2800" lang="zh-CN">
                <a:solidFill>
                  <a:schemeClr val="bg2"/>
                </a:solidFill>
                <a:latin typeface="黑体" panose="02010609060101010101" pitchFamily="49" charset="-122"/>
                <a:ea typeface="黑体" panose="02010609060101010101" pitchFamily="49" charset="-122"/>
              </a:rPr>
              <a:t>、超声波检测（</a:t>
            </a:r>
            <a:r>
              <a:rPr altLang="zh-CN" b="1" dirty="0" sz="2800" lang="en-US">
                <a:solidFill>
                  <a:schemeClr val="bg2"/>
                </a:solidFill>
                <a:latin typeface="黑体" panose="02010609060101010101" pitchFamily="49" charset="-122"/>
                <a:ea typeface="黑体" panose="02010609060101010101" pitchFamily="49" charset="-122"/>
              </a:rPr>
              <a:t>UT</a:t>
            </a:r>
            <a:r>
              <a:rPr altLang="en-US" b="1" dirty="0" sz="2800" lang="zh-CN">
                <a:solidFill>
                  <a:schemeClr val="bg2"/>
                </a:solidFill>
                <a:latin typeface="黑体" panose="02010609060101010101" pitchFamily="49" charset="-122"/>
                <a:ea typeface="黑体" panose="02010609060101010101" pitchFamily="49" charset="-122"/>
              </a:rPr>
              <a:t>）</a:t>
            </a:r>
            <a:r>
              <a:rPr altLang="en-US" b="1" dirty="0" sz="2800" lang="zh-CN">
                <a:latin typeface="黑体" panose="02010609060101010101" pitchFamily="49" charset="-122"/>
                <a:ea typeface="黑体" panose="02010609060101010101" pitchFamily="49" charset="-122"/>
              </a:rPr>
              <a:t>通过超声波与试件相互作用，就反射、透射和散射的波进行研究，对试件进行宏观缺陷检测、几何特性测量、组织结构和力学性能变化的检测和表征，并对其特定应用性进行评价。</a:t>
            </a:r>
            <a:endParaRPr altLang="en-US" b="1" dirty="0" sz="2800" lang="zh-CN">
              <a:latin typeface="黑体" panose="02010609060101010101" pitchFamily="49" charset="-122"/>
              <a:ea typeface="黑体" panose="02010609060101010101" pitchFamily="49" charset="-122"/>
            </a:endParaRPr>
          </a:p>
          <a:p>
            <a:pPr eaLnBrk="1" hangingPunct="1"/>
            <a:r>
              <a:rPr altLang="en-US" b="1" dirty="0" sz="2800" lang="zh-CN">
                <a:latin typeface="黑体" panose="02010609060101010101" pitchFamily="49" charset="-122"/>
                <a:ea typeface="黑体" panose="02010609060101010101" pitchFamily="49" charset="-122"/>
              </a:rPr>
              <a:t>超声波检测的优点：</a:t>
            </a:r>
            <a:r>
              <a:rPr altLang="zh-CN" b="1" dirty="0" sz="2800" lang="en-US">
                <a:latin typeface="黑体" panose="02010609060101010101" pitchFamily="49" charset="-122"/>
                <a:ea typeface="黑体" panose="02010609060101010101" pitchFamily="49" charset="-122"/>
              </a:rPr>
              <a:t>a.</a:t>
            </a:r>
            <a:r>
              <a:rPr altLang="en-US" b="1" dirty="0" sz="2800" lang="zh-CN">
                <a:latin typeface="黑体" panose="02010609060101010101" pitchFamily="49" charset="-122"/>
                <a:ea typeface="黑体" panose="02010609060101010101" pitchFamily="49" charset="-122"/>
              </a:rPr>
              <a:t>适用于金属、非金属和复合材料等的无损检测；</a:t>
            </a:r>
            <a:r>
              <a:rPr altLang="zh-CN" b="1" dirty="0" sz="2800" lang="en-US">
                <a:latin typeface="黑体" panose="02010609060101010101" pitchFamily="49" charset="-122"/>
                <a:ea typeface="黑体" panose="02010609060101010101" pitchFamily="49" charset="-122"/>
              </a:rPr>
              <a:t>b.</a:t>
            </a:r>
            <a:r>
              <a:rPr altLang="en-US" b="1" dirty="0" sz="2800" lang="zh-CN">
                <a:latin typeface="黑体" panose="02010609060101010101" pitchFamily="49" charset="-122"/>
                <a:ea typeface="黑体" panose="02010609060101010101" pitchFamily="49" charset="-122"/>
              </a:rPr>
              <a:t>穿透能力强，可对较大厚度范围内的试件内部缺陷进行检测。</a:t>
            </a:r>
            <a:r>
              <a:rPr altLang="zh-CN" b="1" dirty="0" sz="2800" lang="en-US">
                <a:latin typeface="黑体" panose="02010609060101010101" pitchFamily="49" charset="-122"/>
                <a:ea typeface="黑体" panose="02010609060101010101" pitchFamily="49" charset="-122"/>
              </a:rPr>
              <a:t>c.</a:t>
            </a:r>
            <a:r>
              <a:rPr altLang="en-US" b="1" dirty="0" sz="2800" lang="zh-CN">
                <a:latin typeface="黑体" panose="02010609060101010101" pitchFamily="49" charset="-122"/>
                <a:ea typeface="黑体" panose="02010609060101010101" pitchFamily="49" charset="-122"/>
              </a:rPr>
              <a:t>缺陷定位较准确；</a:t>
            </a:r>
            <a:r>
              <a:rPr altLang="zh-CN" b="1" dirty="0" sz="2800" lang="en-US">
                <a:latin typeface="黑体" panose="02010609060101010101" pitchFamily="49" charset="-122"/>
                <a:ea typeface="黑体" panose="02010609060101010101" pitchFamily="49" charset="-122"/>
              </a:rPr>
              <a:t>d.</a:t>
            </a:r>
            <a:r>
              <a:rPr altLang="en-US" b="1" dirty="0" sz="2800" lang="zh-CN">
                <a:latin typeface="黑体" panose="02010609060101010101" pitchFamily="49" charset="-122"/>
                <a:ea typeface="黑体" panose="02010609060101010101" pitchFamily="49" charset="-122"/>
              </a:rPr>
              <a:t>对面积型缺陷的检出率较高；</a:t>
            </a:r>
            <a:r>
              <a:rPr altLang="zh-CN" b="1" dirty="0" sz="2800" lang="en-US">
                <a:latin typeface="黑体" panose="02010609060101010101" pitchFamily="49" charset="-122"/>
                <a:ea typeface="黑体" panose="02010609060101010101" pitchFamily="49" charset="-122"/>
              </a:rPr>
              <a:t>e.</a:t>
            </a:r>
            <a:r>
              <a:rPr altLang="en-US" b="1" dirty="0" sz="2800" lang="zh-CN">
                <a:latin typeface="黑体" panose="02010609060101010101" pitchFamily="49" charset="-122"/>
                <a:ea typeface="黑体" panose="02010609060101010101" pitchFamily="49" charset="-122"/>
              </a:rPr>
              <a:t>灵敏度高，可检测试件内部尺寸很小的缺陷；</a:t>
            </a:r>
            <a:r>
              <a:rPr altLang="zh-CN" b="1" dirty="0" sz="2800" lang="en-US">
                <a:latin typeface="黑体" panose="02010609060101010101" pitchFamily="49" charset="-122"/>
                <a:ea typeface="黑体" panose="02010609060101010101" pitchFamily="49" charset="-122"/>
              </a:rPr>
              <a:t>f.</a:t>
            </a:r>
            <a:r>
              <a:rPr altLang="en-US" b="1" dirty="0" sz="2800" lang="zh-CN">
                <a:latin typeface="黑体" panose="02010609060101010101" pitchFamily="49" charset="-122"/>
                <a:ea typeface="黑体" panose="02010609060101010101" pitchFamily="49" charset="-122"/>
              </a:rPr>
              <a:t>检测成本低、速度快，设备轻便，对人体及环境无害，现场使用较方便。</a:t>
            </a:r>
            <a:r>
              <a:rPr altLang="en-US" dirty="0" sz="2800" lang="zh-CN">
                <a:latin typeface="黑体" panose="02010609060101010101" pitchFamily="49" charset="-122"/>
                <a:ea typeface="黑体" panose="02010609060101010101" pitchFamily="49" charset="-122"/>
              </a:rPr>
              <a:t> </a:t>
            </a:r>
            <a:r>
              <a:rPr altLang="en-US" b="1" dirty="0" sz="2800" lang="zh-CN">
                <a:latin typeface="黑体" panose="02010609060101010101" pitchFamily="49" charset="-122"/>
                <a:ea typeface="黑体" panose="02010609060101010101" pitchFamily="49" charset="-122"/>
              </a:rPr>
              <a:t> </a:t>
            </a:r>
            <a:endParaRPr altLang="en-US" b="1" dirty="0" sz="2800" lang="zh-CN">
              <a:latin typeface="黑体" panose="02010609060101010101" pitchFamily="49" charset="-122"/>
              <a:ea typeface="黑体" panose="02010609060101010101" pitchFamily="49" charset="-122"/>
            </a:endParaRPr>
          </a:p>
        </p:txBody>
      </p:sp>
      <mc:AlternateContent xmlns:mc="http://schemas.openxmlformats.org/markup-compatibility/2006">
        <mc:Choice xmlns:p14="http://schemas.microsoft.com/office/powerpoint/2010/main" Requires="p14">
          <p:contentPart p14:bwMode="auto" r:id="rId1">
            <p14:nvContentPartPr>
              <p14:cNvPr id="1048970" name=""/>
              <p14:cNvContentPartPr/>
              <p14:nvPr/>
            </p14:nvContentPartPr>
            <p14:xfrm>
              <a:off x="3234637" y="1434275"/>
              <a:ext cx="118029" cy="868367"/>
            </p14:xfrm>
          </p:contentPart>
        </mc:Choice>
        <mc:Fallback>
          <p:sp>
            <p:nvSpPr>
              <p:cNvPr id="1048970" name=""/>
              <p:cNvSpPr/>
              <p:nvPr/>
            </p:nvSpPr>
            <p:spPr>
              <a:xfrm>
                <a:off x="3234637" y="1434275"/>
                <a:ext cx="118029" cy="868367"/>
              </a:xfrm>
            </p:spPr>
          </p:sp>
        </mc:Fallback>
      </mc:AlternateContent>
      <mc:AlternateContent xmlns:mc="http://schemas.openxmlformats.org/markup-compatibility/2006">
        <mc:Choice xmlns:p14="http://schemas.microsoft.com/office/powerpoint/2010/main" Requires="p14">
          <p:contentPart p14:bwMode="auto" r:id="rId2">
            <p14:nvContentPartPr>
              <p14:cNvPr id="1048971" name=""/>
              <p14:cNvContentPartPr/>
              <p14:nvPr/>
            </p14:nvContentPartPr>
            <p14:xfrm>
              <a:off x="3242363" y="1329511"/>
              <a:ext cx="1038109" cy="885138"/>
            </p14:xfrm>
          </p:contentPart>
        </mc:Choice>
        <mc:Fallback>
          <p:sp>
            <p:nvSpPr>
              <p:cNvPr id="1048971" name=""/>
              <p:cNvSpPr/>
              <p:nvPr/>
            </p:nvSpPr>
            <p:spPr>
              <a:xfrm>
                <a:off x="3242363" y="1329511"/>
                <a:ext cx="1038109" cy="885138"/>
              </a:xfrm>
            </p:spPr>
          </p:sp>
        </mc:Fallback>
      </mc:AlternateContent>
      <mc:AlternateContent xmlns:mc="http://schemas.openxmlformats.org/markup-compatibility/2006">
        <mc:Choice xmlns:p14="http://schemas.microsoft.com/office/powerpoint/2010/main" Requires="p14">
          <p:contentPart p14:bwMode="auto" r:id="rId3">
            <p14:nvContentPartPr>
              <p14:cNvPr id="1048972" name=""/>
              <p14:cNvContentPartPr/>
              <p14:nvPr/>
            </p14:nvContentPartPr>
            <p14:xfrm>
              <a:off x="3320937" y="2215589"/>
              <a:ext cx="1122863" cy="73014"/>
            </p14:xfrm>
          </p:contentPart>
        </mc:Choice>
        <mc:Fallback>
          <p:sp>
            <p:nvSpPr>
              <p:cNvPr id="1048972" name=""/>
              <p:cNvSpPr/>
              <p:nvPr/>
            </p:nvSpPr>
            <p:spPr>
              <a:xfrm>
                <a:off x="3320937" y="2215589"/>
                <a:ext cx="1122863" cy="73014"/>
              </a:xfrm>
            </p:spPr>
          </p:sp>
        </mc:Fallback>
      </mc:AlternateContent>
      <mc:AlternateContent xmlns:mc="http://schemas.openxmlformats.org/markup-compatibility/2006">
        <mc:Choice xmlns:p14="http://schemas.microsoft.com/office/powerpoint/2010/main" Requires="p14">
          <p:contentPart p14:bwMode="auto" r:id="rId4">
            <p14:nvContentPartPr>
              <p14:cNvPr id="1048973" name=""/>
              <p14:cNvContentPartPr/>
              <p14:nvPr/>
            </p14:nvContentPartPr>
            <p14:xfrm>
              <a:off x="3052329" y="2187121"/>
              <a:ext cx="1320650" cy="91113"/>
            </p14:xfrm>
          </p:contentPart>
        </mc:Choice>
        <mc:Fallback>
          <p:sp>
            <p:nvSpPr>
              <p:cNvPr id="1048973" name=""/>
              <p:cNvSpPr/>
              <p:nvPr/>
            </p:nvSpPr>
            <p:spPr>
              <a:xfrm>
                <a:off x="3052329" y="2187121"/>
                <a:ext cx="1320650" cy="91113"/>
              </a:xfrm>
            </p:spPr>
          </p:sp>
        </mc:Fallback>
      </mc:AlternateContent>
      <mc:AlternateContent xmlns:mc="http://schemas.openxmlformats.org/markup-compatibility/2006">
        <mc:Choice xmlns:p14="http://schemas.microsoft.com/office/powerpoint/2010/main" Requires="p14">
          <p:contentPart p14:bwMode="auto" r:id="rId5">
            <p14:nvContentPartPr>
              <p14:cNvPr id="1048974" name=""/>
              <p14:cNvContentPartPr/>
              <p14:nvPr/>
            </p14:nvContentPartPr>
            <p14:xfrm>
              <a:off x="3189010" y="1435978"/>
              <a:ext cx="97006" cy="1028300"/>
            </p14:xfrm>
          </p:contentPart>
        </mc:Choice>
        <mc:Fallback>
          <p:sp>
            <p:nvSpPr>
              <p:cNvPr id="1048974" name=""/>
              <p:cNvSpPr/>
              <p:nvPr/>
            </p:nvSpPr>
            <p:spPr>
              <a:xfrm>
                <a:off x="3189010" y="1435978"/>
                <a:ext cx="97006" cy="1028300"/>
              </a:xfrm>
            </p:spPr>
          </p:sp>
        </mc:Fallback>
      </mc:AlternateContent>
      <mc:AlternateContent xmlns:mc="http://schemas.openxmlformats.org/markup-compatibility/2006">
        <mc:Choice xmlns:p14="http://schemas.microsoft.com/office/powerpoint/2010/main" Requires="p14">
          <p:contentPart p14:bwMode="auto" r:id="rId6">
            <p14:nvContentPartPr>
              <p14:cNvPr id="1048975" name=""/>
              <p14:cNvContentPartPr/>
              <p14:nvPr/>
            </p14:nvContentPartPr>
            <p14:xfrm>
              <a:off x="3268140" y="1665505"/>
              <a:ext cx="1056249" cy="648679"/>
            </p14:xfrm>
          </p:contentPart>
        </mc:Choice>
        <mc:Fallback>
          <p:sp>
            <p:nvSpPr>
              <p:cNvPr id="1048975" name=""/>
              <p:cNvSpPr/>
              <p:nvPr/>
            </p:nvSpPr>
            <p:spPr>
              <a:xfrm>
                <a:off x="3268140" y="1665505"/>
                <a:ext cx="1056249" cy="648679"/>
              </a:xfrm>
            </p:spPr>
          </p:sp>
        </mc:Fallback>
      </mc:AlternateContent>
      <mc:AlternateContent xmlns:mc="http://schemas.openxmlformats.org/markup-compatibility/2006">
        <mc:Choice xmlns:p14="http://schemas.microsoft.com/office/powerpoint/2010/main" Requires="p14">
          <p:contentPart p14:bwMode="auto" r:id="rId7">
            <p14:nvContentPartPr>
              <p14:cNvPr id="1048976" name=""/>
              <p14:cNvContentPartPr/>
              <p14:nvPr/>
            </p14:nvContentPartPr>
            <p14:xfrm>
              <a:off x="3158436" y="2113762"/>
              <a:ext cx="1412656" cy="227172"/>
            </p14:xfrm>
          </p:contentPart>
        </mc:Choice>
        <mc:Fallback>
          <p:sp>
            <p:nvSpPr>
              <p:cNvPr id="1048976" name=""/>
              <p:cNvSpPr/>
              <p:nvPr/>
            </p:nvSpPr>
            <p:spPr>
              <a:xfrm>
                <a:off x="3158436" y="2113762"/>
                <a:ext cx="1412656" cy="227172"/>
              </a:xfrm>
            </p:spPr>
          </p:sp>
        </mc:Fallback>
      </mc:AlternateContent>
      <mc:AlternateContent xmlns:mc="http://schemas.openxmlformats.org/markup-compatibility/2006">
        <mc:Choice xmlns:p14="http://schemas.microsoft.com/office/powerpoint/2010/main" Requires="p14">
          <p:contentPart p14:bwMode="auto" r:id="rId8">
            <p14:nvContentPartPr>
              <p14:cNvPr id="1048977" name=""/>
              <p14:cNvContentPartPr/>
              <p14:nvPr/>
            </p14:nvContentPartPr>
            <p14:xfrm>
              <a:off x="3230374" y="1662038"/>
              <a:ext cx="1156242" cy="20160"/>
            </p14:xfrm>
          </p:contentPart>
        </mc:Choice>
        <mc:Fallback>
          <p:sp>
            <p:nvSpPr>
              <p:cNvPr id="1048977" name=""/>
              <p:cNvSpPr/>
              <p:nvPr/>
            </p:nvSpPr>
            <p:spPr>
              <a:xfrm>
                <a:off x="3230374" y="1662038"/>
                <a:ext cx="1156242" cy="20160"/>
              </a:xfrm>
            </p:spPr>
          </p:sp>
        </mc:Fallback>
      </mc:AlternateContent>
      <mc:AlternateContent xmlns:mc="http://schemas.openxmlformats.org/markup-compatibility/2006">
        <mc:Choice xmlns:p14="http://schemas.microsoft.com/office/powerpoint/2010/main" Requires="p14">
          <p:contentPart p14:bwMode="auto" r:id="rId9">
            <p14:nvContentPartPr>
              <p14:cNvPr id="1048978" name=""/>
              <p14:cNvContentPartPr/>
              <p14:nvPr/>
            </p14:nvContentPartPr>
            <p14:xfrm>
              <a:off x="3487549" y="1544512"/>
              <a:ext cx="989799" cy="769231"/>
            </p14:xfrm>
          </p:contentPart>
        </mc:Choice>
        <mc:Fallback>
          <p:sp>
            <p:nvSpPr>
              <p:cNvPr id="1048978" name=""/>
              <p:cNvSpPr/>
              <p:nvPr/>
            </p:nvSpPr>
            <p:spPr>
              <a:xfrm>
                <a:off x="3487549" y="1544512"/>
                <a:ext cx="989799" cy="769231"/>
              </a:xfrm>
            </p:spPr>
          </p:sp>
        </mc:Fallback>
      </mc:AlternateContent>
      <mc:AlternateContent xmlns:mc="http://schemas.openxmlformats.org/markup-compatibility/2006">
        <mc:Choice xmlns:p14="http://schemas.microsoft.com/office/powerpoint/2010/main" Requires="p14">
          <p:contentPart p14:bwMode="auto" r:id="rId10">
            <p14:nvContentPartPr>
              <p14:cNvPr id="1048979" name=""/>
              <p14:cNvContentPartPr/>
              <p14:nvPr/>
            </p14:nvContentPartPr>
            <p14:xfrm>
              <a:off x="3128463" y="1699747"/>
              <a:ext cx="1423154" cy="385463"/>
            </p14:xfrm>
          </p:contentPart>
        </mc:Choice>
        <mc:Fallback>
          <p:sp>
            <p:nvSpPr>
              <p:cNvPr id="1048979" name=""/>
              <p:cNvSpPr/>
              <p:nvPr/>
            </p:nvSpPr>
            <p:spPr>
              <a:xfrm>
                <a:off x="3128463" y="1699747"/>
                <a:ext cx="1423154" cy="385463"/>
              </a:xfrm>
            </p:spPr>
          </p:sp>
        </mc:Fallback>
      </mc:AlternateContent>
      <mc:AlternateContent xmlns:mc="http://schemas.openxmlformats.org/markup-compatibility/2006">
        <mc:Choice xmlns:p14="http://schemas.microsoft.com/office/powerpoint/2010/main" Requires="p14">
          <p:contentPart p14:bwMode="auto" r:id="rId11">
            <p14:nvContentPartPr>
              <p14:cNvPr id="1048980" name=""/>
              <p14:cNvContentPartPr/>
              <p14:nvPr/>
            </p14:nvContentPartPr>
            <p14:xfrm>
              <a:off x="1070817" y="5126183"/>
              <a:ext cx="1716524" cy="641584"/>
            </p14:xfrm>
          </p:contentPart>
        </mc:Choice>
        <mc:Fallback>
          <p:sp>
            <p:nvSpPr>
              <p:cNvPr id="1048980" name=""/>
              <p:cNvSpPr/>
              <p:nvPr/>
            </p:nvSpPr>
            <p:spPr>
              <a:xfrm>
                <a:off x="1070817" y="5126183"/>
                <a:ext cx="1716524" cy="641584"/>
              </a:xfrm>
            </p:spPr>
          </p:sp>
        </mc:Fallback>
      </mc:AlternateContent>
      <mc:AlternateContent xmlns:mc="http://schemas.openxmlformats.org/markup-compatibility/2006">
        <mc:Choice xmlns:p14="http://schemas.microsoft.com/office/powerpoint/2010/main" Requires="p14">
          <p:contentPart p14:bwMode="auto" r:id="rId12">
            <p14:nvContentPartPr>
              <p14:cNvPr id="1048981" name=""/>
              <p14:cNvContentPartPr/>
              <p14:nvPr/>
            </p14:nvContentPartPr>
            <p14:xfrm>
              <a:off x="5900330" y="6048942"/>
              <a:ext cx="2181141" cy="105570"/>
            </p14:xfrm>
          </p:contentPart>
        </mc:Choice>
        <mc:Fallback>
          <p:sp>
            <p:nvSpPr>
              <p:cNvPr id="1048981" name=""/>
              <p:cNvSpPr/>
              <p:nvPr/>
            </p:nvSpPr>
            <p:spPr>
              <a:xfrm>
                <a:off x="5900330" y="6048942"/>
                <a:ext cx="2181141" cy="105570"/>
              </a:xfrm>
            </p:spPr>
          </p:sp>
        </mc:Fallback>
      </mc:AlternateContent>
      <mc:AlternateContent xmlns:mc="http://schemas.openxmlformats.org/markup-compatibility/2006">
        <mc:Choice xmlns:p14="http://schemas.microsoft.com/office/powerpoint/2010/main" Requires="p14">
          <p:contentPart p14:bwMode="auto" r:id="rId13">
            <p14:nvContentPartPr>
              <p14:cNvPr id="1048982" name=""/>
              <p14:cNvContentPartPr/>
              <p14:nvPr/>
            </p14:nvContentPartPr>
            <p14:xfrm>
              <a:off x="5746972" y="6031557"/>
              <a:ext cx="2697040" cy="113901"/>
            </p14:xfrm>
          </p:contentPart>
        </mc:Choice>
        <mc:Fallback>
          <p:sp>
            <p:nvSpPr>
              <p:cNvPr id="1048982" name=""/>
              <p:cNvSpPr/>
              <p:nvPr/>
            </p:nvSpPr>
            <p:spPr>
              <a:xfrm>
                <a:off x="5746972" y="6031557"/>
                <a:ext cx="2697040" cy="113901"/>
              </a:xfrm>
            </p:spPr>
          </p:sp>
        </mc:Fallback>
      </mc:AlternateContent>
      <mc:AlternateContent xmlns:mc="http://schemas.openxmlformats.org/markup-compatibility/2006">
        <mc:Choice xmlns:p14="http://schemas.microsoft.com/office/powerpoint/2010/main" Requires="p14">
          <p:contentPart p14:bwMode="auto" r:id="rId14">
            <p14:nvContentPartPr>
              <p14:cNvPr id="1048983" name=""/>
              <p14:cNvContentPartPr/>
              <p14:nvPr/>
            </p14:nvContentPartPr>
            <p14:xfrm>
              <a:off x="5488598" y="6097848"/>
              <a:ext cx="2389510" cy="130337"/>
            </p14:xfrm>
          </p:contentPart>
        </mc:Choice>
        <mc:Fallback>
          <p:sp>
            <p:nvSpPr>
              <p:cNvPr id="1048983" name=""/>
              <p:cNvSpPr/>
              <p:nvPr/>
            </p:nvSpPr>
            <p:spPr>
              <a:xfrm>
                <a:off x="5488598" y="6097848"/>
                <a:ext cx="2389510" cy="130337"/>
              </a:xfrm>
            </p:spPr>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p:grpSpPr>
      <p:sp>
        <p:nvSpPr>
          <p:cNvPr id="1048702"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24</a:t>
            </a:fld>
            <a:endParaRPr altLang="zh-CN" dirty="0" sz="1200" lang="en-US">
              <a:latin typeface="Arial Black" panose="020B0A04020102020204" pitchFamily="34" charset="0"/>
            </a:endParaRPr>
          </a:p>
        </p:txBody>
      </p:sp>
      <p:sp>
        <p:nvSpPr>
          <p:cNvPr id="1048703"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54" name="Picture 4"/>
          <p:cNvPicPr>
            <a:picLocks noChangeAspect="1"/>
          </p:cNvPicPr>
          <p:nvPr/>
        </p:nvPicPr>
        <p:blipFill>
          <a:blip xmlns:r="http://schemas.openxmlformats.org/officeDocument/2006/relationships" r:embed="rId1"/>
          <a:srcRect l="19882" t="25438" r="19284" b="12209"/>
          <a:stretch>
            <a:fillRect/>
          </a:stretch>
        </p:blipFill>
        <p:spPr>
          <a:xfrm>
            <a:off x="468313" y="1052513"/>
            <a:ext cx="8208962" cy="5259387"/>
          </a:xfrm>
          <a:prstGeom prst="rect"/>
          <a:noFill/>
          <a:ln w="9525">
            <a:noFill/>
          </a:ln>
        </p:spPr>
      </p:pic>
      <mc:AlternateContent xmlns:mc="http://schemas.openxmlformats.org/markup-compatibility/2006">
        <mc:Choice xmlns:p14="http://schemas.microsoft.com/office/powerpoint/2010/main" Requires="p14">
          <p:contentPart p14:bwMode="auto" r:id="rId2">
            <p14:nvContentPartPr>
              <p14:cNvPr id="1048984" name=""/>
              <p14:cNvContentPartPr/>
              <p14:nvPr/>
            </p14:nvContentPartPr>
            <p14:xfrm>
              <a:off x="2680579" y="1350426"/>
              <a:ext cx="69015" cy="605237"/>
            </p14:xfrm>
          </p:contentPart>
        </mc:Choice>
        <mc:Fallback>
          <p:sp>
            <p:nvSpPr>
              <p:cNvPr id="1048984" name=""/>
              <p:cNvSpPr/>
              <p:nvPr/>
            </p:nvSpPr>
            <p:spPr>
              <a:xfrm>
                <a:off x="2680579" y="1350426"/>
                <a:ext cx="69015" cy="605237"/>
              </a:xfrm>
            </p:spPr>
          </p:sp>
        </mc:Fallback>
      </mc:AlternateContent>
      <mc:AlternateContent xmlns:mc="http://schemas.openxmlformats.org/markup-compatibility/2006">
        <mc:Choice xmlns:p14="http://schemas.microsoft.com/office/powerpoint/2010/main" Requires="p14">
          <p:contentPart p14:bwMode="auto" r:id="rId3">
            <p14:nvContentPartPr>
              <p14:cNvPr id="1048985" name=""/>
              <p14:cNvContentPartPr/>
              <p14:nvPr/>
            </p14:nvContentPartPr>
            <p14:xfrm>
              <a:off x="2577545" y="1387605"/>
              <a:ext cx="604324" cy="485670"/>
            </p14:xfrm>
          </p:contentPart>
        </mc:Choice>
        <mc:Fallback>
          <p:sp>
            <p:nvSpPr>
              <p:cNvPr id="1048985" name=""/>
              <p:cNvSpPr/>
              <p:nvPr/>
            </p:nvSpPr>
            <p:spPr>
              <a:xfrm>
                <a:off x="2577545" y="1387605"/>
                <a:ext cx="604324" cy="485670"/>
              </a:xfrm>
            </p:spPr>
          </p:sp>
        </mc:Fallback>
      </mc:AlternateContent>
      <mc:AlternateContent xmlns:mc="http://schemas.openxmlformats.org/markup-compatibility/2006">
        <mc:Choice xmlns:p14="http://schemas.microsoft.com/office/powerpoint/2010/main" Requires="p14">
          <p:contentPart p14:bwMode="auto" r:id="rId4">
            <p14:nvContentPartPr>
              <p14:cNvPr id="1048986" name=""/>
              <p14:cNvContentPartPr/>
              <p14:nvPr/>
            </p14:nvContentPartPr>
            <p14:xfrm>
              <a:off x="2458849" y="1869373"/>
              <a:ext cx="744474" cy="108470"/>
            </p14:xfrm>
          </p:contentPart>
        </mc:Choice>
        <mc:Fallback>
          <p:sp>
            <p:nvSpPr>
              <p:cNvPr id="1048986" name=""/>
              <p:cNvSpPr/>
              <p:nvPr/>
            </p:nvSpPr>
            <p:spPr>
              <a:xfrm>
                <a:off x="2458849" y="1869373"/>
                <a:ext cx="744474" cy="108470"/>
              </a:xfrm>
            </p:spPr>
          </p:sp>
        </mc:Fallback>
      </mc:AlternateContent>
      <mc:AlternateContent xmlns:mc="http://schemas.openxmlformats.org/markup-compatibility/2006">
        <mc:Choice xmlns:p14="http://schemas.microsoft.com/office/powerpoint/2010/main" Requires="p14">
          <p:contentPart p14:bwMode="auto" r:id="rId5">
            <p14:nvContentPartPr>
              <p14:cNvPr id="1048987" name=""/>
              <p14:cNvContentPartPr/>
              <p14:nvPr/>
            </p14:nvContentPartPr>
            <p14:xfrm>
              <a:off x="3162033" y="1689340"/>
              <a:ext cx="3530165" cy="221895"/>
            </p14:xfrm>
          </p:contentPart>
        </mc:Choice>
        <mc:Fallback>
          <p:sp>
            <p:nvSpPr>
              <p:cNvPr id="1048987" name=""/>
              <p:cNvSpPr/>
              <p:nvPr/>
            </p:nvSpPr>
            <p:spPr>
              <a:xfrm>
                <a:off x="3162033" y="1689340"/>
                <a:ext cx="3530165" cy="221895"/>
              </a:xfrm>
            </p:spPr>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p:grpSpPr>
      <p:sp>
        <p:nvSpPr>
          <p:cNvPr id="1048704"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25</a:t>
            </a:fld>
            <a:endParaRPr altLang="zh-CN" dirty="0" sz="1200" lang="en-US">
              <a:latin typeface="Arial Black" panose="020B0A04020102020204" pitchFamily="34" charset="0"/>
            </a:endParaRPr>
          </a:p>
        </p:txBody>
      </p:sp>
      <p:sp>
        <p:nvSpPr>
          <p:cNvPr id="1048705"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06" name="Rectangle 3"/>
          <p:cNvSpPr>
            <a:spLocks noGrp="1" noChangeArrowheads="1"/>
          </p:cNvSpPr>
          <p:nvPr>
            <p:ph idx="1"/>
          </p:nvPr>
        </p:nvSpPr>
        <p:spPr>
          <a:xfrm>
            <a:off x="457200" y="1981200"/>
            <a:ext cx="8435975" cy="3886200"/>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zh-CN" baseline="0" b="1" cap="none" dirty="0" sz="28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4</a:t>
            </a:r>
            <a:r>
              <a:rPr altLang="en-US" baseline="0" b="1" cap="none" dirty="0" sz="28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、磁粉检测（</a:t>
            </a:r>
            <a:r>
              <a:rPr altLang="zh-CN" baseline="0" b="1" cap="none" dirty="0" sz="28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MT</a:t>
            </a:r>
            <a:r>
              <a:rPr altLang="en-US" baseline="0" b="1" cap="none" dirty="0" sz="28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a:t>
            </a:r>
            <a:r>
              <a:rPr altLang="en-US" baseline="0" b="1" cap="none" dirty="0" sz="2800" i="0" kern="0" kumimoji="0" lang="zh-CN" noProof="0" normalizeH="0" spc="0" strike="noStrike" u="none">
                <a:ln>
                  <a:noFill/>
                </a:ln>
                <a:solidFill>
                  <a:schemeClr val="tx1"/>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铁磁性材料和工件被磁化后，由于不连续性的存在，使工件表面和近表面的磁力线发生局部畸变而产生漏磁场，吸附施加在工件表面的磁粉，形成在合适光照下目视可见的磁痕，从而显示出不连续性的位置、形状和大小。</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mc:AlternateContent xmlns:mc="http://schemas.openxmlformats.org/markup-compatibility/2006">
        <mc:Choice xmlns:p14="http://schemas.microsoft.com/office/powerpoint/2010/main" Requires="p14">
          <p:contentPart p14:bwMode="auto" r:id="rId1">
            <p14:nvContentPartPr>
              <p14:cNvPr id="1048988" name=""/>
              <p14:cNvContentPartPr/>
              <p14:nvPr/>
            </p14:nvContentPartPr>
            <p14:xfrm>
              <a:off x="4036718" y="2008685"/>
              <a:ext cx="1530968" cy="503871"/>
            </p14:xfrm>
          </p:contentPart>
        </mc:Choice>
        <mc:Fallback>
          <p:sp>
            <p:nvSpPr>
              <p:cNvPr id="1048988" name=""/>
              <p:cNvSpPr/>
              <p:nvPr/>
            </p:nvSpPr>
            <p:spPr>
              <a:xfrm>
                <a:off x="4036718" y="2008685"/>
                <a:ext cx="1530968" cy="503871"/>
              </a:xfrm>
            </p:spPr>
          </p:sp>
        </mc:Fallback>
      </mc:AlternateContent>
      <mc:AlternateContent xmlns:mc="http://schemas.openxmlformats.org/markup-compatibility/2006">
        <mc:Choice xmlns:p14="http://schemas.microsoft.com/office/powerpoint/2010/main" Requires="p14">
          <p:contentPart p14:bwMode="auto" r:id="rId2">
            <p14:nvContentPartPr>
              <p14:cNvPr id="1048989" name=""/>
              <p14:cNvContentPartPr/>
              <p14:nvPr/>
            </p14:nvContentPartPr>
            <p14:xfrm>
              <a:off x="6860908" y="2002552"/>
              <a:ext cx="1272951" cy="711196"/>
            </p14:xfrm>
          </p:contentPart>
        </mc:Choice>
        <mc:Fallback>
          <p:sp>
            <p:nvSpPr>
              <p:cNvPr id="1048989" name=""/>
              <p:cNvSpPr/>
              <p:nvPr/>
            </p:nvSpPr>
            <p:spPr>
              <a:xfrm>
                <a:off x="6860908" y="2002552"/>
                <a:ext cx="1272951" cy="711196"/>
              </a:xfrm>
            </p:spPr>
          </p:sp>
        </mc:Fallback>
      </mc:AlternateContent>
      <mc:AlternateContent xmlns:mc="http://schemas.openxmlformats.org/markup-compatibility/2006">
        <mc:Choice xmlns:p14="http://schemas.microsoft.com/office/powerpoint/2010/main" Requires="p14">
          <p:contentPart p14:bwMode="auto" r:id="rId3">
            <p14:nvContentPartPr>
              <p14:cNvPr id="1048990" name=""/>
              <p14:cNvContentPartPr/>
              <p14:nvPr/>
            </p14:nvContentPartPr>
            <p14:xfrm>
              <a:off x="4157251" y="1493848"/>
              <a:ext cx="157035" cy="162090"/>
            </p14:xfrm>
          </p:contentPart>
        </mc:Choice>
        <mc:Fallback>
          <p:sp>
            <p:nvSpPr>
              <p:cNvPr id="1048990" name=""/>
              <p:cNvSpPr/>
              <p:nvPr/>
            </p:nvSpPr>
            <p:spPr>
              <a:xfrm>
                <a:off x="4157251" y="1493848"/>
                <a:ext cx="157035" cy="162090"/>
              </a:xfrm>
            </p:spPr>
          </p:sp>
        </mc:Fallback>
      </mc:AlternateContent>
      <mc:AlternateContent xmlns:mc="http://schemas.openxmlformats.org/markup-compatibility/2006">
        <mc:Choice xmlns:p14="http://schemas.microsoft.com/office/powerpoint/2010/main" Requires="p14">
          <p:contentPart p14:bwMode="auto" r:id="rId4">
            <p14:nvContentPartPr>
              <p14:cNvPr id="1048991" name=""/>
              <p14:cNvContentPartPr/>
              <p14:nvPr/>
            </p14:nvContentPartPr>
            <p14:xfrm>
              <a:off x="4160160" y="1537242"/>
              <a:ext cx="13078" cy="323592"/>
            </p14:xfrm>
          </p:contentPart>
        </mc:Choice>
        <mc:Fallback>
          <p:sp>
            <p:nvSpPr>
              <p:cNvPr id="1048991" name=""/>
              <p:cNvSpPr/>
              <p:nvPr/>
            </p:nvSpPr>
            <p:spPr>
              <a:xfrm>
                <a:off x="4160160" y="1537242"/>
                <a:ext cx="13078" cy="323592"/>
              </a:xfrm>
            </p:spPr>
          </p:sp>
        </mc:Fallback>
      </mc:AlternateContent>
      <mc:AlternateContent xmlns:mc="http://schemas.openxmlformats.org/markup-compatibility/2006">
        <mc:Choice xmlns:p14="http://schemas.microsoft.com/office/powerpoint/2010/main" Requires="p14">
          <p:contentPart p14:bwMode="auto" r:id="rId5">
            <p14:nvContentPartPr>
              <p14:cNvPr id="1048992" name=""/>
              <p14:cNvContentPartPr/>
              <p14:nvPr/>
            </p14:nvContentPartPr>
            <p14:xfrm>
              <a:off x="4161359" y="1635274"/>
              <a:ext cx="284905" cy="190640"/>
            </p14:xfrm>
          </p:contentPart>
        </mc:Choice>
        <mc:Fallback>
          <p:sp>
            <p:nvSpPr>
              <p:cNvPr id="1048992" name=""/>
              <p:cNvSpPr/>
              <p:nvPr/>
            </p:nvSpPr>
            <p:spPr>
              <a:xfrm>
                <a:off x="4161359" y="1635274"/>
                <a:ext cx="284905" cy="190640"/>
              </a:xfrm>
            </p:spPr>
          </p:sp>
        </mc:Fallback>
      </mc:AlternateContent>
      <mc:AlternateContent xmlns:mc="http://schemas.openxmlformats.org/markup-compatibility/2006">
        <mc:Choice xmlns:p14="http://schemas.microsoft.com/office/powerpoint/2010/main" Requires="p14">
          <p:contentPart p14:bwMode="auto" r:id="rId6">
            <p14:nvContentPartPr>
              <p14:cNvPr id="1048993" name=""/>
              <p14:cNvContentPartPr/>
              <p14:nvPr/>
            </p14:nvContentPartPr>
            <p14:xfrm>
              <a:off x="4548021" y="1775234"/>
              <a:ext cx="0" cy="0"/>
            </p14:xfrm>
          </p:contentPart>
        </mc:Choice>
        <mc:Fallback>
          <p:sp>
            <p:nvSpPr>
              <p:cNvPr id="1048993" name=""/>
              <p:cNvSpPr/>
              <p:nvPr/>
            </p:nvSpPr>
            <p:spPr>
              <a:xfrm>
                <a:off x="4548021" y="1775234"/>
                <a:ext cx="0" cy="0"/>
              </a:xfrm>
            </p:spPr>
          </p:sp>
        </mc:Fallback>
      </mc:AlternateContent>
      <mc:AlternateContent xmlns:mc="http://schemas.openxmlformats.org/markup-compatibility/2006">
        <mc:Choice xmlns:p14="http://schemas.microsoft.com/office/powerpoint/2010/main" Requires="p14">
          <p:contentPart p14:bwMode="auto" r:id="rId7">
            <p14:nvContentPartPr>
              <p14:cNvPr id="1048994" name=""/>
              <p14:cNvContentPartPr/>
              <p14:nvPr/>
            </p14:nvContentPartPr>
            <p14:xfrm>
              <a:off x="4720457" y="1504671"/>
              <a:ext cx="250212" cy="293912"/>
            </p14:xfrm>
          </p:contentPart>
        </mc:Choice>
        <mc:Fallback>
          <p:sp>
            <p:nvSpPr>
              <p:cNvPr id="1048994" name=""/>
              <p:cNvSpPr/>
              <p:nvPr/>
            </p:nvSpPr>
            <p:spPr>
              <a:xfrm>
                <a:off x="4720457" y="1504671"/>
                <a:ext cx="250212" cy="293912"/>
              </a:xfrm>
            </p:spPr>
          </p:sp>
        </mc:Fallback>
      </mc:AlternateContent>
      <mc:AlternateContent xmlns:mc="http://schemas.openxmlformats.org/markup-compatibility/2006">
        <mc:Choice xmlns:p14="http://schemas.microsoft.com/office/powerpoint/2010/main" Requires="p14">
          <p:contentPart p14:bwMode="auto" r:id="rId8">
            <p14:nvContentPartPr>
              <p14:cNvPr id="1048995" name=""/>
              <p14:cNvContentPartPr/>
              <p14:nvPr/>
            </p14:nvContentPartPr>
            <p14:xfrm>
              <a:off x="5056976" y="1745860"/>
              <a:ext cx="0" cy="0"/>
            </p14:xfrm>
          </p:contentPart>
        </mc:Choice>
        <mc:Fallback>
          <p:sp>
            <p:nvSpPr>
              <p:cNvPr id="1048995" name=""/>
              <p:cNvSpPr/>
              <p:nvPr/>
            </p:nvSpPr>
            <p:spPr>
              <a:xfrm>
                <a:off x="5056976" y="1745860"/>
                <a:ext cx="0" cy="0"/>
              </a:xfrm>
            </p:spPr>
          </p:sp>
        </mc:Fallback>
      </mc:AlternateContent>
      <mc:AlternateContent xmlns:mc="http://schemas.openxmlformats.org/markup-compatibility/2006">
        <mc:Choice xmlns:p14="http://schemas.microsoft.com/office/powerpoint/2010/main" Requires="p14">
          <p:contentPart p14:bwMode="auto" r:id="rId9">
            <p14:nvContentPartPr>
              <p14:cNvPr id="1048996" name=""/>
              <p14:cNvContentPartPr/>
              <p14:nvPr/>
            </p14:nvContentPartPr>
            <p14:xfrm>
              <a:off x="5170921" y="1437729"/>
              <a:ext cx="79086" cy="308651"/>
            </p14:xfrm>
          </p:contentPart>
        </mc:Choice>
        <mc:Fallback>
          <p:sp>
            <p:nvSpPr>
              <p:cNvPr id="1048996" name=""/>
              <p:cNvSpPr/>
              <p:nvPr/>
            </p:nvSpPr>
            <p:spPr>
              <a:xfrm>
                <a:off x="5170921" y="1437729"/>
                <a:ext cx="79086" cy="308651"/>
              </a:xfrm>
            </p:spPr>
          </p:sp>
        </mc:Fallback>
      </mc:AlternateContent>
      <mc:AlternateContent xmlns:mc="http://schemas.openxmlformats.org/markup-compatibility/2006">
        <mc:Choice xmlns:p14="http://schemas.microsoft.com/office/powerpoint/2010/main" Requires="p14">
          <p:contentPart p14:bwMode="auto" r:id="rId10">
            <p14:nvContentPartPr>
              <p14:cNvPr id="1048997" name=""/>
              <p14:cNvContentPartPr/>
              <p14:nvPr/>
            </p14:nvContentPartPr>
            <p14:xfrm>
              <a:off x="5273386" y="1435549"/>
              <a:ext cx="92179" cy="285238"/>
            </p14:xfrm>
          </p:contentPart>
        </mc:Choice>
        <mc:Fallback>
          <p:sp>
            <p:nvSpPr>
              <p:cNvPr id="1048997" name=""/>
              <p:cNvSpPr/>
              <p:nvPr/>
            </p:nvSpPr>
            <p:spPr>
              <a:xfrm>
                <a:off x="5273386" y="1435549"/>
                <a:ext cx="92179" cy="285238"/>
              </a:xfrm>
            </p:spPr>
          </p:sp>
        </mc:Fallback>
      </mc:AlternateContent>
      <mc:AlternateContent xmlns:mc="http://schemas.openxmlformats.org/markup-compatibility/2006">
        <mc:Choice xmlns:p14="http://schemas.microsoft.com/office/powerpoint/2010/main" Requires="p14">
          <p:contentPart p14:bwMode="auto" r:id="rId11">
            <p14:nvContentPartPr>
              <p14:cNvPr id="1048998" name=""/>
              <p14:cNvContentPartPr/>
              <p14:nvPr/>
            </p14:nvContentPartPr>
            <p14:xfrm>
              <a:off x="5430016" y="1636755"/>
              <a:ext cx="1032" cy="108417"/>
            </p14:xfrm>
          </p:contentPart>
        </mc:Choice>
        <mc:Fallback>
          <p:sp>
            <p:nvSpPr>
              <p:cNvPr id="1048998" name=""/>
              <p:cNvSpPr/>
              <p:nvPr/>
            </p:nvSpPr>
            <p:spPr>
              <a:xfrm>
                <a:off x="5430016" y="1636755"/>
                <a:ext cx="1032" cy="108417"/>
              </a:xfrm>
            </p:spPr>
          </p:sp>
        </mc:Fallback>
      </mc:AlternateContent>
      <mc:AlternateContent xmlns:mc="http://schemas.openxmlformats.org/markup-compatibility/2006">
        <mc:Choice xmlns:p14="http://schemas.microsoft.com/office/powerpoint/2010/main" Requires="p14">
          <p:contentPart p14:bwMode="auto" r:id="rId12">
            <p14:nvContentPartPr>
              <p14:cNvPr id="1048999" name=""/>
              <p14:cNvContentPartPr/>
              <p14:nvPr/>
            </p14:nvContentPartPr>
            <p14:xfrm>
              <a:off x="5416062" y="1546834"/>
              <a:ext cx="54212" cy="16872"/>
            </p14:xfrm>
          </p:contentPart>
        </mc:Choice>
        <mc:Fallback>
          <p:sp>
            <p:nvSpPr>
              <p:cNvPr id="1048999" name=""/>
              <p:cNvSpPr/>
              <p:nvPr/>
            </p:nvSpPr>
            <p:spPr>
              <a:xfrm>
                <a:off x="5416062" y="1546834"/>
                <a:ext cx="54212" cy="16872"/>
              </a:xfrm>
            </p:spPr>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p:grpSpPr>
      <p:sp>
        <p:nvSpPr>
          <p:cNvPr id="1048707"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26</a:t>
            </a:fld>
            <a:endParaRPr altLang="zh-CN" dirty="0" sz="1200" lang="en-US">
              <a:latin typeface="Arial Black" panose="020B0A04020102020204" pitchFamily="34" charset="0"/>
            </a:endParaRPr>
          </a:p>
        </p:txBody>
      </p:sp>
      <p:sp>
        <p:nvSpPr>
          <p:cNvPr id="1048708"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55" name="Picture 2"/>
          <p:cNvPicPr>
            <a:picLocks noChangeAspect="1"/>
          </p:cNvPicPr>
          <p:nvPr/>
        </p:nvPicPr>
        <p:blipFill>
          <a:blip xmlns:r="http://schemas.openxmlformats.org/officeDocument/2006/relationships" r:embed="rId1"/>
          <a:srcRect l="19492" t="25520" r="18489" b="14958"/>
          <a:stretch>
            <a:fillRect/>
          </a:stretch>
        </p:blipFill>
        <p:spPr>
          <a:xfrm>
            <a:off x="179388" y="1052513"/>
            <a:ext cx="8748712" cy="5248275"/>
          </a:xfrm>
          <a:prstGeom prst="rect"/>
          <a:noFill/>
          <a:ln w="9525">
            <a:noFill/>
          </a:ln>
        </p:spPr>
      </p:pic>
      <mc:AlternateContent xmlns:mc="http://schemas.openxmlformats.org/markup-compatibility/2006">
        <mc:Choice xmlns:p14="http://schemas.microsoft.com/office/powerpoint/2010/main" Requires="p14">
          <p:contentPart p14:bwMode="auto" r:id="rId2">
            <p14:nvContentPartPr>
              <p14:cNvPr id="1049000" name=""/>
              <p14:cNvContentPartPr/>
              <p14:nvPr/>
            </p14:nvContentPartPr>
            <p14:xfrm>
              <a:off x="689796" y="1705781"/>
              <a:ext cx="1783380" cy="75972"/>
            </p14:xfrm>
          </p:contentPart>
        </mc:Choice>
        <mc:Fallback>
          <p:sp>
            <p:nvSpPr>
              <p:cNvPr id="1049000" name=""/>
              <p:cNvSpPr/>
              <p:nvPr/>
            </p:nvSpPr>
            <p:spPr>
              <a:xfrm>
                <a:off x="689796" y="1705781"/>
                <a:ext cx="1783380" cy="75972"/>
              </a:xfrm>
            </p:spPr>
          </p:sp>
        </mc:Fallback>
      </mc:AlternateContent>
      <mc:AlternateContent xmlns:mc="http://schemas.openxmlformats.org/markup-compatibility/2006">
        <mc:Choice xmlns:p14="http://schemas.microsoft.com/office/powerpoint/2010/main" Requires="p14">
          <p:contentPart p14:bwMode="auto" r:id="rId3">
            <p14:nvContentPartPr>
              <p14:cNvPr id="1049001" name=""/>
              <p14:cNvContentPartPr/>
              <p14:nvPr/>
            </p14:nvContentPartPr>
            <p14:xfrm>
              <a:off x="590883" y="1765225"/>
              <a:ext cx="2033248" cy="66790"/>
            </p14:xfrm>
          </p:contentPart>
        </mc:Choice>
        <mc:Fallback>
          <p:sp>
            <p:nvSpPr>
              <p:cNvPr id="1049001" name=""/>
              <p:cNvSpPr/>
              <p:nvPr/>
            </p:nvSpPr>
            <p:spPr>
              <a:xfrm>
                <a:off x="590883" y="1765225"/>
                <a:ext cx="2033248" cy="66790"/>
              </a:xfrm>
            </p:spPr>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p:grpSpPr>
      <p:sp>
        <p:nvSpPr>
          <p:cNvPr id="1048709"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27</a:t>
            </a:fld>
            <a:endParaRPr altLang="zh-CN" dirty="0" sz="1200" lang="en-US">
              <a:latin typeface="Arial Black" panose="020B0A04020102020204" pitchFamily="34" charset="0"/>
            </a:endParaRPr>
          </a:p>
        </p:txBody>
      </p:sp>
      <p:sp>
        <p:nvSpPr>
          <p:cNvPr id="1048710"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11" name="Rectangle 3"/>
          <p:cNvSpPr>
            <a:spLocks noGrp="1"/>
          </p:cNvSpPr>
          <p:nvPr>
            <p:ph idx="1"/>
          </p:nvPr>
        </p:nvSpPr>
        <p:spPr/>
        <p:txBody>
          <a:bodyPr anchor="t" bIns="45720" lIns="91440" rIns="91440" tIns="45720" vert="horz" wrap="square"/>
          <a:p>
            <a:pPr eaLnBrk="1" hangingPunct="1">
              <a:lnSpc>
                <a:spcPct val="90000"/>
              </a:lnSpc>
            </a:pPr>
            <a:r>
              <a:rPr altLang="zh-CN" b="1" dirty="0" sz="2800" lang="en-US">
                <a:solidFill>
                  <a:schemeClr val="bg2"/>
                </a:solidFill>
                <a:latin typeface="黑体" panose="02010609060101010101" pitchFamily="49" charset="-122"/>
                <a:ea typeface="黑体" panose="02010609060101010101" pitchFamily="49" charset="-122"/>
              </a:rPr>
              <a:t>5</a:t>
            </a:r>
            <a:r>
              <a:rPr altLang="en-US" b="1" dirty="0" sz="2800" lang="zh-CN">
                <a:solidFill>
                  <a:schemeClr val="bg2"/>
                </a:solidFill>
                <a:latin typeface="黑体" panose="02010609060101010101" pitchFamily="49" charset="-122"/>
                <a:ea typeface="黑体" panose="02010609060101010101" pitchFamily="49" charset="-122"/>
              </a:rPr>
              <a:t>、渗透检测（</a:t>
            </a:r>
            <a:r>
              <a:rPr altLang="zh-CN" b="1" dirty="0" sz="2800" lang="en-US">
                <a:solidFill>
                  <a:schemeClr val="bg2"/>
                </a:solidFill>
                <a:latin typeface="黑体" panose="02010609060101010101" pitchFamily="49" charset="-122"/>
                <a:ea typeface="黑体" panose="02010609060101010101" pitchFamily="49" charset="-122"/>
              </a:rPr>
              <a:t>PT</a:t>
            </a:r>
            <a:r>
              <a:rPr altLang="en-US" b="1" dirty="0" sz="2800" lang="zh-CN">
                <a:solidFill>
                  <a:schemeClr val="bg2"/>
                </a:solidFill>
                <a:latin typeface="黑体" panose="02010609060101010101" pitchFamily="49" charset="-122"/>
                <a:ea typeface="黑体" panose="02010609060101010101" pitchFamily="49" charset="-122"/>
              </a:rPr>
              <a:t>）</a:t>
            </a:r>
            <a:r>
              <a:rPr altLang="en-US" b="1" dirty="0" sz="2800" lang="zh-CN">
                <a:latin typeface="黑体" panose="02010609060101010101" pitchFamily="49" charset="-122"/>
                <a:ea typeface="黑体" panose="02010609060101010101" pitchFamily="49" charset="-122"/>
              </a:rPr>
              <a:t>零件表面被施涂含有荧光染料或着色染料的渗透剂后，在毛细管作用下，经过一段时间，渗透液可以渗透进表面开口缺陷中；经去除零件表面多余的渗透液后，再在零件表面施涂显像剂，同样，在毛细管的作用下，显像剂将吸引缺陷中保留的渗透液，渗透液回渗到显像剂中，在一定的光源下（紫外线光或白光），缺陷处的渗透液痕迹被现实，（黄绿色荧光或鲜艳红色），从而探测出缺陷的形貌及分布状态。 </a:t>
            </a:r>
            <a:endParaRPr altLang="en-US" b="1" dirty="0" sz="2800" lang="zh-CN">
              <a:latin typeface="黑体" panose="02010609060101010101" pitchFamily="49" charset="-122"/>
              <a:ea typeface="黑体" panose="02010609060101010101" pitchFamily="49" charset="-122"/>
            </a:endParaRPr>
          </a:p>
        </p:txBody>
      </p:sp>
      <mc:AlternateContent xmlns:mc="http://schemas.openxmlformats.org/markup-compatibility/2006">
        <mc:Choice xmlns:p14="http://schemas.microsoft.com/office/powerpoint/2010/main" Requires="p14">
          <p:contentPart p14:bwMode="auto" r:id="rId1">
            <p14:nvContentPartPr>
              <p14:cNvPr id="1049002" name=""/>
              <p14:cNvContentPartPr/>
              <p14:nvPr/>
            </p14:nvContentPartPr>
            <p14:xfrm>
              <a:off x="5482603" y="1069135"/>
              <a:ext cx="226248" cy="72340"/>
            </p14:xfrm>
          </p:contentPart>
        </mc:Choice>
        <mc:Fallback>
          <p:sp>
            <p:nvSpPr>
              <p:cNvPr id="1049002" name=""/>
              <p:cNvSpPr/>
              <p:nvPr/>
            </p:nvSpPr>
            <p:spPr>
              <a:xfrm>
                <a:off x="5482603" y="1069135"/>
                <a:ext cx="226248" cy="72340"/>
              </a:xfrm>
            </p:spPr>
          </p:sp>
        </mc:Fallback>
      </mc:AlternateContent>
      <mc:AlternateContent xmlns:mc="http://schemas.openxmlformats.org/markup-compatibility/2006">
        <mc:Choice xmlns:p14="http://schemas.microsoft.com/office/powerpoint/2010/main" Requires="p14">
          <p:contentPart p14:bwMode="auto" r:id="rId2">
            <p14:nvContentPartPr>
              <p14:cNvPr id="1049003" name=""/>
              <p14:cNvContentPartPr/>
              <p14:nvPr/>
            </p14:nvContentPartPr>
            <p14:xfrm>
              <a:off x="5509580" y="1169048"/>
              <a:ext cx="176457" cy="61750"/>
            </p14:xfrm>
          </p:contentPart>
        </mc:Choice>
        <mc:Fallback>
          <p:sp>
            <p:nvSpPr>
              <p:cNvPr id="1049003" name=""/>
              <p:cNvSpPr/>
              <p:nvPr/>
            </p:nvSpPr>
            <p:spPr>
              <a:xfrm>
                <a:off x="5509580" y="1169048"/>
                <a:ext cx="176457" cy="61750"/>
              </a:xfrm>
            </p:spPr>
          </p:sp>
        </mc:Fallback>
      </mc:AlternateContent>
      <mc:AlternateContent xmlns:mc="http://schemas.openxmlformats.org/markup-compatibility/2006">
        <mc:Choice xmlns:p14="http://schemas.microsoft.com/office/powerpoint/2010/main" Requires="p14">
          <p:contentPart p14:bwMode="auto" r:id="rId3">
            <p14:nvContentPartPr>
              <p14:cNvPr id="1049004" name=""/>
              <p14:cNvContentPartPr/>
              <p14:nvPr/>
            </p14:nvContentPartPr>
            <p14:xfrm>
              <a:off x="5469415" y="1248736"/>
              <a:ext cx="309450" cy="98959"/>
            </p14:xfrm>
          </p:contentPart>
        </mc:Choice>
        <mc:Fallback>
          <p:sp>
            <p:nvSpPr>
              <p:cNvPr id="1049004" name=""/>
              <p:cNvSpPr/>
              <p:nvPr/>
            </p:nvSpPr>
            <p:spPr>
              <a:xfrm>
                <a:off x="5469415" y="1248736"/>
                <a:ext cx="309450" cy="98959"/>
              </a:xfrm>
            </p:spPr>
          </p:sp>
        </mc:Fallback>
      </mc:AlternateContent>
      <mc:AlternateContent xmlns:mc="http://schemas.openxmlformats.org/markup-compatibility/2006">
        <mc:Choice xmlns:p14="http://schemas.microsoft.com/office/powerpoint/2010/main" Requires="p14">
          <p:contentPart p14:bwMode="auto" r:id="rId4">
            <p14:nvContentPartPr>
              <p14:cNvPr id="1049005" name=""/>
              <p14:cNvContentPartPr/>
              <p14:nvPr/>
            </p14:nvContentPartPr>
            <p14:xfrm>
              <a:off x="5509445" y="999400"/>
              <a:ext cx="95451" cy="324281"/>
            </p14:xfrm>
          </p:contentPart>
        </mc:Choice>
        <mc:Fallback>
          <p:sp>
            <p:nvSpPr>
              <p:cNvPr id="1049005" name=""/>
              <p:cNvSpPr/>
              <p:nvPr/>
            </p:nvSpPr>
            <p:spPr>
              <a:xfrm>
                <a:off x="5509445" y="999400"/>
                <a:ext cx="95451" cy="324281"/>
              </a:xfrm>
            </p:spPr>
          </p:sp>
        </mc:Fallback>
      </mc:AlternateContent>
      <mc:AlternateContent xmlns:mc="http://schemas.openxmlformats.org/markup-compatibility/2006">
        <mc:Choice xmlns:p14="http://schemas.microsoft.com/office/powerpoint/2010/main" Requires="p14">
          <p:contentPart p14:bwMode="auto" r:id="rId5">
            <p14:nvContentPartPr>
              <p14:cNvPr id="1049006" name=""/>
              <p14:cNvContentPartPr/>
              <p14:nvPr/>
            </p14:nvContentPartPr>
            <p14:xfrm>
              <a:off x="5490449" y="1290745"/>
              <a:ext cx="327103" cy="242459"/>
            </p14:xfrm>
          </p:contentPart>
        </mc:Choice>
        <mc:Fallback>
          <p:sp>
            <p:nvSpPr>
              <p:cNvPr id="1049006" name=""/>
              <p:cNvSpPr/>
              <p:nvPr/>
            </p:nvSpPr>
            <p:spPr>
              <a:xfrm>
                <a:off x="5490449" y="1290745"/>
                <a:ext cx="327103" cy="242459"/>
              </a:xfrm>
            </p:spPr>
          </p:sp>
        </mc:Fallback>
      </mc:AlternateContent>
      <mc:AlternateContent xmlns:mc="http://schemas.openxmlformats.org/markup-compatibility/2006">
        <mc:Choice xmlns:p14="http://schemas.microsoft.com/office/powerpoint/2010/main" Requires="p14">
          <p:contentPart p14:bwMode="auto" r:id="rId6">
            <p14:nvContentPartPr>
              <p14:cNvPr id="1049007" name=""/>
              <p14:cNvContentPartPr/>
              <p14:nvPr/>
            </p14:nvContentPartPr>
            <p14:xfrm>
              <a:off x="5885940" y="990831"/>
              <a:ext cx="141714" cy="354446"/>
            </p14:xfrm>
          </p:contentPart>
        </mc:Choice>
        <mc:Fallback>
          <p:sp>
            <p:nvSpPr>
              <p:cNvPr id="1049007" name=""/>
              <p:cNvSpPr/>
              <p:nvPr/>
            </p:nvSpPr>
            <p:spPr>
              <a:xfrm>
                <a:off x="5885940" y="990831"/>
                <a:ext cx="141714" cy="354446"/>
              </a:xfrm>
            </p:spPr>
          </p:sp>
        </mc:Fallback>
      </mc:AlternateContent>
      <mc:AlternateContent xmlns:mc="http://schemas.openxmlformats.org/markup-compatibility/2006">
        <mc:Choice xmlns:p14="http://schemas.microsoft.com/office/powerpoint/2010/main" Requires="p14">
          <p:contentPart p14:bwMode="auto" r:id="rId7">
            <p14:nvContentPartPr>
              <p14:cNvPr id="1049008" name=""/>
              <p14:cNvContentPartPr/>
              <p14:nvPr/>
            </p14:nvContentPartPr>
            <p14:xfrm>
              <a:off x="5878257" y="1069724"/>
              <a:ext cx="322865" cy="235839"/>
            </p14:xfrm>
          </p:contentPart>
        </mc:Choice>
        <mc:Fallback>
          <p:sp>
            <p:nvSpPr>
              <p:cNvPr id="1049008" name=""/>
              <p:cNvSpPr/>
              <p:nvPr/>
            </p:nvSpPr>
            <p:spPr>
              <a:xfrm>
                <a:off x="5878257" y="1069724"/>
                <a:ext cx="322865" cy="235839"/>
              </a:xfrm>
            </p:spPr>
          </p:sp>
        </mc:Fallback>
      </mc:AlternateContent>
      <mc:AlternateContent xmlns:mc="http://schemas.openxmlformats.org/markup-compatibility/2006">
        <mc:Choice xmlns:p14="http://schemas.microsoft.com/office/powerpoint/2010/main" Requires="p14">
          <p:contentPart p14:bwMode="auto" r:id="rId8">
            <p14:nvContentPartPr>
              <p14:cNvPr id="1049009" name=""/>
              <p14:cNvContentPartPr/>
              <p14:nvPr/>
            </p14:nvContentPartPr>
            <p14:xfrm>
              <a:off x="5956189" y="1131884"/>
              <a:ext cx="61578" cy="210637"/>
            </p14:xfrm>
          </p:contentPart>
        </mc:Choice>
        <mc:Fallback>
          <p:sp>
            <p:nvSpPr>
              <p:cNvPr id="1049009" name=""/>
              <p:cNvSpPr/>
              <p:nvPr/>
            </p:nvSpPr>
            <p:spPr>
              <a:xfrm>
                <a:off x="5956189" y="1131884"/>
                <a:ext cx="61578" cy="210637"/>
              </a:xfrm>
            </p:spPr>
          </p:sp>
        </mc:Fallback>
      </mc:AlternateContent>
      <mc:AlternateContent xmlns:mc="http://schemas.openxmlformats.org/markup-compatibility/2006">
        <mc:Choice xmlns:p14="http://schemas.microsoft.com/office/powerpoint/2010/main" Requires="p14">
          <p:contentPart p14:bwMode="auto" r:id="rId9">
            <p14:nvContentPartPr>
              <p14:cNvPr id="1049010" name=""/>
              <p14:cNvContentPartPr/>
              <p14:nvPr/>
            </p14:nvContentPartPr>
            <p14:xfrm>
              <a:off x="6051506" y="1117497"/>
              <a:ext cx="46224" cy="187600"/>
            </p14:xfrm>
          </p:contentPart>
        </mc:Choice>
        <mc:Fallback>
          <p:sp>
            <p:nvSpPr>
              <p:cNvPr id="1049010" name=""/>
              <p:cNvSpPr/>
              <p:nvPr/>
            </p:nvSpPr>
            <p:spPr>
              <a:xfrm>
                <a:off x="6051506" y="1117497"/>
                <a:ext cx="46224" cy="187600"/>
              </a:xfrm>
            </p:spPr>
          </p:sp>
        </mc:Fallback>
      </mc:AlternateContent>
      <mc:AlternateContent xmlns:mc="http://schemas.openxmlformats.org/markup-compatibility/2006">
        <mc:Choice xmlns:p14="http://schemas.microsoft.com/office/powerpoint/2010/main" Requires="p14">
          <p:contentPart p14:bwMode="auto" r:id="rId10">
            <p14:nvContentPartPr>
              <p14:cNvPr id="1049011" name=""/>
              <p14:cNvContentPartPr/>
              <p14:nvPr/>
            </p14:nvContentPartPr>
            <p14:xfrm>
              <a:off x="5989199" y="1229599"/>
              <a:ext cx="184084" cy="171074"/>
            </p14:xfrm>
          </p:contentPart>
        </mc:Choice>
        <mc:Fallback>
          <p:sp>
            <p:nvSpPr>
              <p:cNvPr id="1049011" name=""/>
              <p:cNvSpPr/>
              <p:nvPr/>
            </p:nvSpPr>
            <p:spPr>
              <a:xfrm>
                <a:off x="5989199" y="1229599"/>
                <a:ext cx="184084" cy="171074"/>
              </a:xfrm>
            </p:spPr>
          </p:sp>
        </mc:Fallback>
      </mc:AlternateContent>
      <mc:AlternateContent xmlns:mc="http://schemas.openxmlformats.org/markup-compatibility/2006">
        <mc:Choice xmlns:p14="http://schemas.microsoft.com/office/powerpoint/2010/main" Requires="p14">
          <p:contentPart p14:bwMode="auto" r:id="rId11">
            <p14:nvContentPartPr>
              <p14:cNvPr id="1049012" name=""/>
              <p14:cNvContentPartPr/>
              <p14:nvPr/>
            </p14:nvContentPartPr>
            <p14:xfrm>
              <a:off x="6256454" y="925824"/>
              <a:ext cx="248802" cy="251049"/>
            </p14:xfrm>
          </p:contentPart>
        </mc:Choice>
        <mc:Fallback>
          <p:sp>
            <p:nvSpPr>
              <p:cNvPr id="1049012" name=""/>
              <p:cNvSpPr/>
              <p:nvPr/>
            </p:nvSpPr>
            <p:spPr>
              <a:xfrm>
                <a:off x="6256454" y="925824"/>
                <a:ext cx="248802" cy="251049"/>
              </a:xfrm>
            </p:spPr>
          </p:sp>
        </mc:Fallback>
      </mc:AlternateContent>
      <mc:AlternateContent xmlns:mc="http://schemas.openxmlformats.org/markup-compatibility/2006">
        <mc:Choice xmlns:p14="http://schemas.microsoft.com/office/powerpoint/2010/main" Requires="p14">
          <p:contentPart p14:bwMode="auto" r:id="rId12">
            <p14:nvContentPartPr>
              <p14:cNvPr id="1049013" name=""/>
              <p14:cNvContentPartPr/>
              <p14:nvPr/>
            </p14:nvContentPartPr>
            <p14:xfrm>
              <a:off x="6282903" y="1052754"/>
              <a:ext cx="77508" cy="184325"/>
            </p14:xfrm>
          </p:contentPart>
        </mc:Choice>
        <mc:Fallback>
          <p:sp>
            <p:nvSpPr>
              <p:cNvPr id="1049013" name=""/>
              <p:cNvSpPr/>
              <p:nvPr/>
            </p:nvSpPr>
            <p:spPr>
              <a:xfrm>
                <a:off x="6282903" y="1052754"/>
                <a:ext cx="77508" cy="184325"/>
              </a:xfrm>
            </p:spPr>
          </p:sp>
        </mc:Fallback>
      </mc:AlternateContent>
      <mc:AlternateContent xmlns:mc="http://schemas.openxmlformats.org/markup-compatibility/2006">
        <mc:Choice xmlns:p14="http://schemas.microsoft.com/office/powerpoint/2010/main" Requires="p14">
          <p:contentPart p14:bwMode="auto" r:id="rId13">
            <p14:nvContentPartPr>
              <p14:cNvPr id="1049014" name=""/>
              <p14:cNvContentPartPr/>
              <p14:nvPr/>
            </p14:nvContentPartPr>
            <p14:xfrm>
              <a:off x="6363832" y="1060837"/>
              <a:ext cx="91949" cy="271704"/>
            </p14:xfrm>
          </p:contentPart>
        </mc:Choice>
        <mc:Fallback>
          <p:sp>
            <p:nvSpPr>
              <p:cNvPr id="1049014" name=""/>
              <p:cNvSpPr/>
              <p:nvPr/>
            </p:nvSpPr>
            <p:spPr>
              <a:xfrm>
                <a:off x="6363832" y="1060837"/>
                <a:ext cx="91949" cy="271704"/>
              </a:xfrm>
            </p:spPr>
          </p:sp>
        </mc:Fallback>
      </mc:AlternateContent>
      <mc:AlternateContent xmlns:mc="http://schemas.openxmlformats.org/markup-compatibility/2006">
        <mc:Choice xmlns:p14="http://schemas.microsoft.com/office/powerpoint/2010/main" Requires="p14">
          <p:contentPart p14:bwMode="auto" r:id="rId14">
            <p14:nvContentPartPr>
              <p14:cNvPr id="1049015" name=""/>
              <p14:cNvContentPartPr/>
              <p14:nvPr/>
            </p14:nvContentPartPr>
            <p14:xfrm>
              <a:off x="6559861" y="994005"/>
              <a:ext cx="54671" cy="169621"/>
            </p14:xfrm>
          </p:contentPart>
        </mc:Choice>
        <mc:Fallback>
          <p:sp>
            <p:nvSpPr>
              <p:cNvPr id="1049015" name=""/>
              <p:cNvSpPr/>
              <p:nvPr/>
            </p:nvSpPr>
            <p:spPr>
              <a:xfrm>
                <a:off x="6559861" y="994005"/>
                <a:ext cx="54671" cy="169621"/>
              </a:xfrm>
            </p:spPr>
          </p:sp>
        </mc:Fallback>
      </mc:AlternateContent>
      <mc:AlternateContent xmlns:mc="http://schemas.openxmlformats.org/markup-compatibility/2006">
        <mc:Choice xmlns:p14="http://schemas.microsoft.com/office/powerpoint/2010/main" Requires="p14">
          <p:contentPart p14:bwMode="auto" r:id="rId15">
            <p14:nvContentPartPr>
              <p14:cNvPr id="1049016" name=""/>
              <p14:cNvContentPartPr/>
              <p14:nvPr/>
            </p14:nvContentPartPr>
            <p14:xfrm>
              <a:off x="6602424" y="886099"/>
              <a:ext cx="200972" cy="260279"/>
            </p14:xfrm>
          </p:contentPart>
        </mc:Choice>
        <mc:Fallback>
          <p:sp>
            <p:nvSpPr>
              <p:cNvPr id="1049016" name=""/>
              <p:cNvSpPr/>
              <p:nvPr/>
            </p:nvSpPr>
            <p:spPr>
              <a:xfrm>
                <a:off x="6602424" y="886099"/>
                <a:ext cx="200972" cy="260279"/>
              </a:xfrm>
            </p:spPr>
          </p:sp>
        </mc:Fallback>
      </mc:AlternateContent>
      <mc:AlternateContent xmlns:mc="http://schemas.openxmlformats.org/markup-compatibility/2006">
        <mc:Choice xmlns:p14="http://schemas.microsoft.com/office/powerpoint/2010/main" Requires="p14">
          <p:contentPart p14:bwMode="auto" r:id="rId16">
            <p14:nvContentPartPr>
              <p14:cNvPr id="1049017" name=""/>
              <p14:cNvContentPartPr/>
              <p14:nvPr/>
            </p14:nvContentPartPr>
            <p14:xfrm>
              <a:off x="6873386" y="1109104"/>
              <a:ext cx="0" cy="0"/>
            </p14:xfrm>
          </p:contentPart>
        </mc:Choice>
        <mc:Fallback>
          <p:sp>
            <p:nvSpPr>
              <p:cNvPr id="1049017" name=""/>
              <p:cNvSpPr/>
              <p:nvPr/>
            </p:nvSpPr>
            <p:spPr>
              <a:xfrm>
                <a:off x="6873386" y="1109104"/>
                <a:ext cx="0" cy="0"/>
              </a:xfrm>
            </p:spPr>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p:grpSpPr>
      <p:sp>
        <p:nvSpPr>
          <p:cNvPr id="1048712"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28</a:t>
            </a:fld>
            <a:endParaRPr altLang="zh-CN" dirty="0" sz="1200" lang="en-US">
              <a:latin typeface="Arial Black" panose="020B0A04020102020204" pitchFamily="34" charset="0"/>
            </a:endParaRPr>
          </a:p>
        </p:txBody>
      </p:sp>
      <p:sp>
        <p:nvSpPr>
          <p:cNvPr id="1048713"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56" name="Picture 5"/>
          <p:cNvPicPr>
            <a:picLocks noChangeAspect="1"/>
          </p:cNvPicPr>
          <p:nvPr/>
        </p:nvPicPr>
        <p:blipFill>
          <a:blip xmlns:r="http://schemas.openxmlformats.org/officeDocument/2006/relationships" r:embed="rId1"/>
          <a:srcRect l="18112" t="45271" r="42305" b="16937"/>
          <a:stretch>
            <a:fillRect/>
          </a:stretch>
        </p:blipFill>
        <p:spPr>
          <a:xfrm>
            <a:off x="323850" y="1196975"/>
            <a:ext cx="8353425" cy="4984750"/>
          </a:xfrm>
          <a:prstGeom prst="rect"/>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p:grpSpPr>
      <p:sp>
        <p:nvSpPr>
          <p:cNvPr id="1048714"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29</a:t>
            </a:fld>
            <a:endParaRPr altLang="zh-CN" dirty="0" sz="1200" lang="en-US">
              <a:latin typeface="Arial Black" panose="020B0A04020102020204" pitchFamily="34" charset="0"/>
            </a:endParaRPr>
          </a:p>
        </p:txBody>
      </p:sp>
      <p:sp>
        <p:nvSpPr>
          <p:cNvPr id="1048715"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16" name="Rectangle 3"/>
          <p:cNvSpPr>
            <a:spLocks noGrp="1" noChangeArrowheads="1"/>
          </p:cNvSpPr>
          <p:nvPr>
            <p:ph idx="1"/>
          </p:nvPr>
        </p:nvSpPr>
        <p:spPr>
          <a:xfrm>
            <a:off x="266700" y="1125538"/>
            <a:ext cx="8435975" cy="3886200"/>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zh-CN" baseline="0" b="1" cap="none" dirty="0" sz="32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6</a:t>
            </a: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、声发射检测（</a:t>
            </a:r>
            <a:r>
              <a:rPr altLang="zh-CN" baseline="0" b="1" cap="none" dirty="0" sz="3200" i="0" kern="0" kumimoji="0" lang="en-US"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AE</a:t>
            </a: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声发射是指物体在受到形变或外界作用时，因迅速释放</a:t>
            </a:r>
            <a:r>
              <a:rPr altLang="en-US" baseline="0" b="1" cap="none" dirty="0" sz="2800" i="0" kern="0" kumimoji="0" lang="zh-CN" noProof="0" normalizeH="0" spc="0" strike="noStrike" u="none">
                <a:ln>
                  <a:noFill/>
                </a:ln>
                <a:solidFill>
                  <a:srgbClr val="FF0000"/>
                </a:solidFill>
                <a:effectLst/>
                <a:uLnTx/>
                <a:uFillTx/>
                <a:latin typeface="黑体" panose="02010609060101010101" pitchFamily="49" charset="-122"/>
                <a:ea typeface="黑体" panose="02010609060101010101" pitchFamily="49" charset="-122"/>
                <a:cs typeface="+mn-cs"/>
              </a:rPr>
              <a:t>弹性能量而产生瞬态应力波</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的一种物理现象。声发射检测是一种动态无损检测方法，即：使构件或材料的内部结构，缺陷或潜在缺陷处在运动变化的过程中进行无损检测。因此，裂纹等缺陷在检测中主动参与了检测过程。</a:t>
            </a:r>
            <a:r>
              <a:rPr altLang="en-US" baseline="0" b="0"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 </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mc:AlternateContent xmlns:mc="http://schemas.openxmlformats.org/markup-compatibility/2006">
        <mc:Choice xmlns:p14="http://schemas.microsoft.com/office/powerpoint/2010/main" Requires="p14">
          <p:contentPart p14:bwMode="auto" r:id="rId1">
            <p14:nvContentPartPr>
              <p14:cNvPr id="1049018" name=""/>
              <p14:cNvContentPartPr/>
              <p14:nvPr/>
            </p14:nvContentPartPr>
            <p14:xfrm>
              <a:off x="1505558" y="2221998"/>
              <a:ext cx="1219218" cy="743698"/>
            </p14:xfrm>
          </p:contentPart>
        </mc:Choice>
        <mc:Fallback>
          <p:sp>
            <p:nvSpPr>
              <p:cNvPr id="1049018" name=""/>
              <p:cNvSpPr/>
              <p:nvPr/>
            </p:nvSpPr>
            <p:spPr>
              <a:xfrm>
                <a:off x="1505558" y="2221998"/>
                <a:ext cx="1219218" cy="743698"/>
              </a:xfrm>
            </p:spPr>
          </p:sp>
        </mc:Fallback>
      </mc:AlternateContent>
      <mc:AlternateContent xmlns:mc="http://schemas.openxmlformats.org/markup-compatibility/2006">
        <mc:Choice xmlns:p14="http://schemas.microsoft.com/office/powerpoint/2010/main" Requires="p14">
          <p:contentPart p14:bwMode="auto" r:id="rId2">
            <p14:nvContentPartPr>
              <p14:cNvPr id="1049019" name=""/>
              <p14:cNvContentPartPr/>
              <p14:nvPr/>
            </p14:nvContentPartPr>
            <p14:xfrm>
              <a:off x="3788485" y="2851156"/>
              <a:ext cx="1673636" cy="46479"/>
            </p14:xfrm>
          </p:contentPart>
        </mc:Choice>
        <mc:Fallback>
          <p:sp>
            <p:nvSpPr>
              <p:cNvPr id="1049019" name=""/>
              <p:cNvSpPr/>
              <p:nvPr/>
            </p:nvSpPr>
            <p:spPr>
              <a:xfrm>
                <a:off x="3788485" y="2851156"/>
                <a:ext cx="1673636" cy="46479"/>
              </a:xfrm>
            </p:spPr>
          </p:sp>
        </mc:Fallback>
      </mc:AlternateContent>
      <mc:AlternateContent xmlns:mc="http://schemas.openxmlformats.org/markup-compatibility/2006">
        <mc:Choice xmlns:p14="http://schemas.microsoft.com/office/powerpoint/2010/main" Requires="p14">
          <p:contentPart p14:bwMode="auto" r:id="rId3">
            <p14:nvContentPartPr>
              <p14:cNvPr id="1049020" name=""/>
              <p14:cNvContentPartPr/>
              <p14:nvPr/>
            </p14:nvContentPartPr>
            <p14:xfrm>
              <a:off x="3864019" y="2870363"/>
              <a:ext cx="1907071" cy="91915"/>
            </p14:xfrm>
          </p:contentPart>
        </mc:Choice>
        <mc:Fallback>
          <p:sp>
            <p:nvSpPr>
              <p:cNvPr id="1049020" name=""/>
              <p:cNvSpPr/>
              <p:nvPr/>
            </p:nvSpPr>
            <p:spPr>
              <a:xfrm>
                <a:off x="3864019" y="2870363"/>
                <a:ext cx="1907071" cy="91915"/>
              </a:xfrm>
            </p:spPr>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p:grpSpPr>
      <p:sp>
        <p:nvSpPr>
          <p:cNvPr id="1048717" name="标题 1"/>
          <p:cNvSpPr>
            <a:spLocks noGrp="1"/>
          </p:cNvSpPr>
          <p:nvPr>
            <p:ph type="title"/>
          </p:nvPr>
        </p:nvSpPr>
        <p:spPr/>
        <p:txBody>
          <a:bodyPr anchor="ctr"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rgbClr val="00007D"/>
              </a:buClr>
              <a:buSzPct val="75000"/>
              <a:buFont typeface="Wingdings" panose="05000000000000000000" pitchFamily="2" charset="2"/>
              <a:buChar char="n"/>
            </a:pPr>
            <a:r>
              <a:rPr altLang="zh-CN" baseline="0" b="1" cap="none" dirty="0" sz="3200" i="0" kern="0" kumimoji="0" lang="en-US" noProof="0" normalizeH="0" spc="0" strike="noStrike" u="none">
                <a:ln>
                  <a:noFill/>
                </a:ln>
                <a:solidFill>
                  <a:srgbClr val="00007D"/>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6</a:t>
            </a:r>
            <a:r>
              <a:rPr altLang="en-US" baseline="0" b="1" cap="none" dirty="0" sz="3200" i="0" kern="0" kumimoji="0" lang="zh-CN" noProof="0" normalizeH="0" spc="0" strike="noStrike" u="none">
                <a:ln>
                  <a:noFill/>
                </a:ln>
                <a:solidFill>
                  <a:srgbClr val="00007D"/>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、声发射产生原因</a:t>
            </a:r>
            <a:endParaRPr altLang="en-US" baseline="0" b="1" cap="none" dirty="0" sz="3200" i="0" kern="0" kumimoji="0" lang="zh-CN" noProof="0" normalizeH="0" spc="0" strike="noStrike" u="none">
              <a:ln>
                <a:noFill/>
              </a:ln>
              <a:solidFill>
                <a:srgbClr val="00007D"/>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718" name="内容占位符 2"/>
          <p:cNvSpPr>
            <a:spLocks noGrp="1"/>
          </p:cNvSpPr>
          <p:nvPr>
            <p:ph idx="1"/>
          </p:nvPr>
        </p:nvSpPr>
        <p:spPr>
          <a:xfrm>
            <a:off x="539750" y="1684338"/>
            <a:ext cx="8229600" cy="4543425"/>
          </a:xfrm>
        </p:spPr>
        <p:txBody>
          <a:bodyPr anchor="t" anchorCtr="0" bIns="45720" compatLnSpc="1" lIns="91440" numCol="1" rIns="91440" tIns="45720" vert="horz" wrap="square"/>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材料内部结构发生变化的原因有如下几种可能：</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体内的裂缝开始长大；开裂；</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位错运动；</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相变；</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纤维断裂和分解等。</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材料出现声发射，大部都会引起危害。因此，监测材料，包括金属、陶瓷、复合材料、岩石、混凝土及制作过程的声发射是很重要的</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048719" name="灯片编号占位符 3"/>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30</a:t>
            </a:fld>
            <a:endParaRPr altLang="zh-CN" dirty="0" sz="1200" lang="en-US">
              <a:latin typeface="Arial Black" panose="020B0A04020102020204" pitchFamily="34" charset="0"/>
            </a:endParaRPr>
          </a:p>
        </p:txBody>
      </p:sp>
      <p:sp>
        <p:nvSpPr>
          <p:cNvPr id="1048720" name="日期占位符 4"/>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p:grpSpPr>
      <p:sp>
        <p:nvSpPr>
          <p:cNvPr id="1048721" name="标题 1"/>
          <p:cNvSpPr>
            <a:spLocks noGrp="1"/>
          </p:cNvSpPr>
          <p:nvPr>
            <p:ph type="title"/>
          </p:nvPr>
        </p:nvSpPr>
        <p:spPr/>
        <p:txBody>
          <a:bodyPr anchor="ctr" anchorCtr="0" bIns="45720" compatLnSpc="1" lIns="91440" numCol="1" rIns="91440" tIns="45720" vert="horz" wrap="square"/>
          <a:p>
            <a:pPr algn="l" defTabSz="914400" eaLnBrk="0" fontAlgn="base" hangingPunct="0" indent="0" latinLnBrk="0" lvl="0" marL="0" marR="0" rtl="0">
              <a:lnSpc>
                <a:spcPct val="100000"/>
              </a:lnSpc>
              <a:spcBef>
                <a:spcPct val="0"/>
              </a:spcBef>
              <a:spcAft>
                <a:spcPct val="0"/>
              </a:spcAft>
              <a:buClrTx/>
              <a:buSzTx/>
              <a:buFontTx/>
              <a:buNone/>
            </a:pPr>
            <a:r>
              <a:rPr altLang="zh-CN" baseline="0" b="1" cap="none" dirty="0" sz="3200" i="0" kern="0" kumimoji="0" lang="en-US" noProof="0" normalizeH="0" spc="0" strike="noStrike" u="none">
                <a:ln>
                  <a:noFill/>
                </a:ln>
                <a:solidFill>
                  <a:srgbClr val="00007D"/>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j-cs"/>
              </a:rPr>
              <a:t>6</a:t>
            </a:r>
            <a:r>
              <a:rPr altLang="en-US" baseline="0" b="1" cap="none" dirty="0" sz="3200" i="0" kern="0" kumimoji="0" lang="zh-CN" noProof="0" normalizeH="0" spc="0" strike="noStrike" u="none">
                <a:ln>
                  <a:noFill/>
                </a:ln>
                <a:solidFill>
                  <a:srgbClr val="00007D"/>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j-cs"/>
              </a:rPr>
              <a:t>、声发射应用</a:t>
            </a:r>
            <a:endParaRPr altLang="en-US" baseline="0" b="0" cap="none" dirty="0" sz="44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j-cs"/>
            </a:endParaRPr>
          </a:p>
        </p:txBody>
      </p:sp>
      <p:sp>
        <p:nvSpPr>
          <p:cNvPr id="1048722" name="内容占位符 2"/>
          <p:cNvSpPr>
            <a:spLocks noGrp="1"/>
          </p:cNvSpPr>
          <p:nvPr>
            <p:ph idx="1"/>
          </p:nvPr>
        </p:nvSpPr>
        <p:spPr/>
        <p:txBody>
          <a:bodyPr anchor="t" anchorCtr="0" bIns="45720" compatLnSpc="1" lIns="91440" numCol="1" rIns="91440" tIns="45720" vert="horz" wrap="square"/>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声发射广泛用于以下几种工业：</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检测构件的缺陷和疲劳；</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监测焊接和腐蚀过程；</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了解金属和合金的相变；</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金属的加工过程，如淬火，锻造，挤压等。</a:t>
            </a:r>
            <a:endPar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28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rPr>
              <a:t>声发射技术和其它非破坏检测技术不同之处是：声发射检测的是材料内的情况；而一般非破坏检测则重视材料内的结构。</a:t>
            </a:r>
            <a:endParaRPr altLang="zh-CN" baseline="0" b="1" cap="none" dirty="0" sz="2800" i="0" kern="0" kumimoji="0" lang="en-US"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a:p>
            <a:pPr algn="l" defTabSz="914400" eaLnBrk="0" fontAlgn="base" hangingPunct="0"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endParaRPr altLang="en-US" baseline="0" b="0" cap="none" dirty="0" sz="3200" i="0" kern="0" kumimoji="0" lang="zh-CN" noProof="0" normalizeH="0" spc="0" strike="noStrike" u="none">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048723" name="灯片编号占位符 3"/>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31</a:t>
            </a:fld>
            <a:endParaRPr altLang="zh-CN" dirty="0" sz="1200" lang="en-US">
              <a:latin typeface="Arial Black" panose="020B0A04020102020204" pitchFamily="34" charset="0"/>
            </a:endParaRPr>
          </a:p>
        </p:txBody>
      </p:sp>
      <p:sp>
        <p:nvSpPr>
          <p:cNvPr id="1048724" name="日期占位符 4"/>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p:grpSpPr>
      <p:sp>
        <p:nvSpPr>
          <p:cNvPr id="1048725"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32</a:t>
            </a:fld>
            <a:endParaRPr altLang="zh-CN" dirty="0" sz="1200" lang="en-US">
              <a:latin typeface="Arial Black" panose="020B0A04020102020204" pitchFamily="34" charset="0"/>
            </a:endParaRPr>
          </a:p>
        </p:txBody>
      </p:sp>
      <p:sp>
        <p:nvSpPr>
          <p:cNvPr id="1048726"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27" name="Rectangle 3"/>
          <p:cNvSpPr>
            <a:spLocks noGrp="1"/>
          </p:cNvSpPr>
          <p:nvPr>
            <p:ph idx="1"/>
          </p:nvPr>
        </p:nvSpPr>
        <p:spPr/>
        <p:txBody>
          <a:bodyPr anchor="t" bIns="45720" lIns="91440" rIns="91440" tIns="45720" vert="horz" wrap="square"/>
          <a:p>
            <a:pPr eaLnBrk="1" hangingPunct="1"/>
            <a:r>
              <a:rPr altLang="zh-CN" b="1" dirty="0" sz="2800" lang="en-US">
                <a:solidFill>
                  <a:schemeClr val="bg2"/>
                </a:solidFill>
                <a:latin typeface="黑体" panose="02010609060101010101" pitchFamily="49" charset="-122"/>
                <a:ea typeface="黑体" panose="02010609060101010101" pitchFamily="49" charset="-122"/>
              </a:rPr>
              <a:t>7</a:t>
            </a:r>
            <a:r>
              <a:rPr altLang="en-US" b="1" dirty="0" sz="2800" lang="zh-CN">
                <a:solidFill>
                  <a:schemeClr val="bg2"/>
                </a:solidFill>
                <a:latin typeface="黑体" panose="02010609060101010101" pitchFamily="49" charset="-122"/>
                <a:ea typeface="黑体" panose="02010609060101010101" pitchFamily="49" charset="-122"/>
              </a:rPr>
              <a:t>、涡流检测（</a:t>
            </a:r>
            <a:r>
              <a:rPr altLang="zh-CN" b="1" dirty="0" sz="2800" lang="en-US">
                <a:solidFill>
                  <a:schemeClr val="bg2"/>
                </a:solidFill>
                <a:latin typeface="黑体" panose="02010609060101010101" pitchFamily="49" charset="-122"/>
                <a:ea typeface="黑体" panose="02010609060101010101" pitchFamily="49" charset="-122"/>
              </a:rPr>
              <a:t>ET</a:t>
            </a:r>
            <a:r>
              <a:rPr altLang="en-US" b="1" dirty="0" sz="2800" lang="zh-CN">
                <a:solidFill>
                  <a:schemeClr val="bg2"/>
                </a:solidFill>
                <a:latin typeface="黑体" panose="02010609060101010101" pitchFamily="49" charset="-122"/>
                <a:ea typeface="黑体" panose="02010609060101010101" pitchFamily="49" charset="-122"/>
              </a:rPr>
              <a:t>）</a:t>
            </a:r>
            <a:r>
              <a:rPr altLang="en-US" b="1" dirty="0" sz="2800" lang="zh-CN">
                <a:latin typeface="黑体" panose="02010609060101010101" pitchFamily="49" charset="-122"/>
                <a:ea typeface="黑体" panose="02010609060101010101" pitchFamily="49" charset="-122"/>
              </a:rPr>
              <a:t>是建立在电磁感应原理基础之上的一种无损检测方法，它</a:t>
            </a:r>
            <a:r>
              <a:rPr altLang="en-US" b="1" dirty="0" sz="2800" lang="zh-CN">
                <a:solidFill>
                  <a:srgbClr val="FF0000"/>
                </a:solidFill>
                <a:latin typeface="黑体" panose="02010609060101010101" pitchFamily="49" charset="-122"/>
                <a:ea typeface="黑体" panose="02010609060101010101" pitchFamily="49" charset="-122"/>
              </a:rPr>
              <a:t>适用于导电材料</a:t>
            </a:r>
            <a:r>
              <a:rPr altLang="en-US" b="1" dirty="0" sz="2800" lang="zh-CN">
                <a:latin typeface="黑体" panose="02010609060101010101" pitchFamily="49" charset="-122"/>
                <a:ea typeface="黑体" panose="02010609060101010101" pitchFamily="49" charset="-122"/>
              </a:rPr>
              <a:t>。给一个线圈通入交流电，在一定条件下通过的电流是不变的。如果把线圈靠近被测工件，像船在水中那样，工件内会感应出涡流，受涡流影响，线圈电流会发生变化。由于涡流的大小随工件内有没有缺陷而不同，所以线圈电流变化的大小能反映有无缺陷</a:t>
            </a:r>
            <a:r>
              <a:rPr altLang="en-US" dirty="0" sz="2800" lang="zh-CN">
                <a:latin typeface="黑体" panose="02010609060101010101" pitchFamily="49" charset="-122"/>
                <a:ea typeface="黑体" panose="02010609060101010101" pitchFamily="49" charset="-122"/>
              </a:rPr>
              <a:t> 。</a:t>
            </a:r>
            <a:endParaRPr altLang="en-US" dirty="0" sz="2800" lang="zh-CN">
              <a:latin typeface="黑体" panose="02010609060101010101" pitchFamily="49" charset="-122"/>
              <a:ea typeface="黑体" panose="02010609060101010101" pitchFamily="49" charset="-122"/>
            </a:endParaRPr>
          </a:p>
        </p:txBody>
      </p:sp>
      <mc:AlternateContent xmlns:mc="http://schemas.openxmlformats.org/markup-compatibility/2006">
        <mc:Choice xmlns:p14="http://schemas.microsoft.com/office/powerpoint/2010/main" Requires="p14">
          <p:contentPart p14:bwMode="auto" r:id="rId1">
            <p14:nvContentPartPr>
              <p14:cNvPr id="1049021" name=""/>
              <p14:cNvContentPartPr/>
              <p14:nvPr/>
            </p14:nvContentPartPr>
            <p14:xfrm>
              <a:off x="6330760" y="2387345"/>
              <a:ext cx="1968779" cy="783231"/>
            </p14:xfrm>
          </p:contentPart>
        </mc:Choice>
        <mc:Fallback>
          <p:sp>
            <p:nvSpPr>
              <p:cNvPr id="1049021" name=""/>
              <p:cNvSpPr/>
              <p:nvPr/>
            </p:nvSpPr>
            <p:spPr>
              <a:xfrm>
                <a:off x="6330760" y="2387345"/>
                <a:ext cx="1968779" cy="783231"/>
              </a:xfrm>
            </p:spPr>
          </p:sp>
        </mc:Fallback>
      </mc:AlternateContent>
      <mc:AlternateContent xmlns:mc="http://schemas.openxmlformats.org/markup-compatibility/2006">
        <mc:Choice xmlns:p14="http://schemas.microsoft.com/office/powerpoint/2010/main" Requires="p14">
          <p:contentPart p14:bwMode="auto" r:id="rId2">
            <p14:nvContentPartPr>
              <p14:cNvPr id="1049022" name=""/>
              <p14:cNvContentPartPr/>
              <p14:nvPr/>
            </p14:nvContentPartPr>
            <p14:xfrm>
              <a:off x="6284702" y="3002061"/>
              <a:ext cx="2018007" cy="88438"/>
            </p14:xfrm>
          </p:contentPart>
        </mc:Choice>
        <mc:Fallback>
          <p:sp>
            <p:nvSpPr>
              <p:cNvPr id="1049022" name=""/>
              <p:cNvSpPr/>
              <p:nvPr/>
            </p:nvSpPr>
            <p:spPr>
              <a:xfrm>
                <a:off x="6284702" y="3002061"/>
                <a:ext cx="2018007" cy="88438"/>
              </a:xfrm>
            </p:spPr>
          </p:sp>
        </mc:Fallback>
      </mc:AlternateContent>
      <mc:AlternateContent xmlns:mc="http://schemas.openxmlformats.org/markup-compatibility/2006">
        <mc:Choice xmlns:p14="http://schemas.microsoft.com/office/powerpoint/2010/main" Requires="p14">
          <p:contentPart p14:bwMode="auto" r:id="rId3">
            <p14:nvContentPartPr>
              <p14:cNvPr id="1049023" name=""/>
              <p14:cNvContentPartPr/>
              <p14:nvPr/>
            </p14:nvContentPartPr>
            <p14:xfrm>
              <a:off x="6795455" y="3059011"/>
              <a:ext cx="1293668" cy="22780"/>
            </p14:xfrm>
          </p:contentPart>
        </mc:Choice>
        <mc:Fallback>
          <p:sp>
            <p:nvSpPr>
              <p:cNvPr id="1049023" name=""/>
              <p:cNvSpPr/>
              <p:nvPr/>
            </p:nvSpPr>
            <p:spPr>
              <a:xfrm>
                <a:off x="6795455" y="3059011"/>
                <a:ext cx="1293668" cy="22780"/>
              </a:xfrm>
            </p:spPr>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p:grpSpPr>
      <p:sp>
        <p:nvSpPr>
          <p:cNvPr id="1048728"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33</a:t>
            </a:fld>
            <a:endParaRPr altLang="zh-CN" dirty="0" sz="1200" lang="en-US">
              <a:latin typeface="Arial Black" panose="020B0A04020102020204" pitchFamily="34" charset="0"/>
            </a:endParaRPr>
          </a:p>
        </p:txBody>
      </p:sp>
      <p:sp>
        <p:nvSpPr>
          <p:cNvPr id="1048729"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30" name="Rectangle 3"/>
          <p:cNvSpPr>
            <a:spLocks noGrp="1"/>
          </p:cNvSpPr>
          <p:nvPr>
            <p:ph idx="1"/>
          </p:nvPr>
        </p:nvSpPr>
        <p:spPr/>
        <p:txBody>
          <a:bodyPr anchor="t" bIns="45720" lIns="91440" rIns="91440" tIns="45720" vert="horz" wrap="square"/>
          <a:p>
            <a:pPr eaLnBrk="1" hangingPunct="1"/>
            <a:r>
              <a:rPr altLang="zh-CN" b="1" dirty="0" sz="2800" lang="en-US">
                <a:solidFill>
                  <a:schemeClr val="bg2"/>
                </a:solidFill>
                <a:latin typeface="黑体" panose="02010609060101010101" pitchFamily="49" charset="-122"/>
                <a:ea typeface="黑体" panose="02010609060101010101" pitchFamily="49" charset="-122"/>
              </a:rPr>
              <a:t>8</a:t>
            </a:r>
            <a:r>
              <a:rPr altLang="en-US" b="1" dirty="0" sz="2800" lang="zh-CN">
                <a:solidFill>
                  <a:schemeClr val="bg2"/>
                </a:solidFill>
                <a:latin typeface="黑体" panose="02010609060101010101" pitchFamily="49" charset="-122"/>
                <a:ea typeface="黑体" panose="02010609060101010101" pitchFamily="49" charset="-122"/>
              </a:rPr>
              <a:t>、泄漏检测 </a:t>
            </a:r>
            <a:r>
              <a:rPr altLang="zh-CN" b="1" dirty="0" sz="2800" lang="en-US">
                <a:solidFill>
                  <a:schemeClr val="bg2"/>
                </a:solidFill>
                <a:latin typeface="黑体" panose="02010609060101010101" pitchFamily="49" charset="-122"/>
                <a:ea typeface="黑体" panose="02010609060101010101" pitchFamily="49" charset="-122"/>
              </a:rPr>
              <a:t>Leak Testing</a:t>
            </a:r>
            <a:r>
              <a:rPr altLang="en-US" b="1" dirty="0" sz="2800" lang="zh-CN">
                <a:solidFill>
                  <a:schemeClr val="bg2"/>
                </a:solidFill>
                <a:latin typeface="黑体" panose="02010609060101010101" pitchFamily="49" charset="-122"/>
                <a:ea typeface="黑体" panose="02010609060101010101" pitchFamily="49" charset="-122"/>
              </a:rPr>
              <a:t>（缩写 </a:t>
            </a:r>
            <a:r>
              <a:rPr altLang="zh-CN" b="1" dirty="0" sz="2800" lang="en-US">
                <a:solidFill>
                  <a:schemeClr val="bg2"/>
                </a:solidFill>
                <a:latin typeface="黑体" panose="02010609060101010101" pitchFamily="49" charset="-122"/>
                <a:ea typeface="黑体" panose="02010609060101010101" pitchFamily="49" charset="-122"/>
              </a:rPr>
              <a:t>LT</a:t>
            </a:r>
            <a:r>
              <a:rPr altLang="en-US" b="1" dirty="0" sz="2800" lang="zh-CN">
                <a:solidFill>
                  <a:schemeClr val="bg2"/>
                </a:solidFill>
                <a:latin typeface="黑体" panose="02010609060101010101" pitchFamily="49" charset="-122"/>
                <a:ea typeface="黑体" panose="02010609060101010101" pitchFamily="49" charset="-122"/>
              </a:rPr>
              <a:t>）</a:t>
            </a:r>
            <a:endParaRPr altLang="en-US" b="1" dirty="0" sz="2800" lang="zh-CN">
              <a:solidFill>
                <a:schemeClr val="bg2"/>
              </a:solidFill>
              <a:latin typeface="黑体" panose="02010609060101010101" pitchFamily="49" charset="-122"/>
              <a:ea typeface="黑体" panose="02010609060101010101" pitchFamily="49" charset="-122"/>
            </a:endParaRPr>
          </a:p>
          <a:p>
            <a:pPr eaLnBrk="1" hangingPunct="1"/>
            <a:r>
              <a:rPr altLang="en-US" b="1" dirty="0" sz="2800" lang="zh-CN">
                <a:latin typeface="黑体" panose="02010609060101010101" pitchFamily="49" charset="-122"/>
                <a:ea typeface="黑体" panose="02010609060101010101" pitchFamily="49" charset="-122"/>
              </a:rPr>
              <a:t>对空气、煤气、蒸气以及液体等的输送管道以及各种设备的泄漏进行检查。与附属的超声波发生器配合使用</a:t>
            </a:r>
            <a:r>
              <a:rPr altLang="zh-CN" b="1" dirty="0" sz="2800" lang="en-US">
                <a:latin typeface="黑体" panose="02010609060101010101" pitchFamily="49" charset="-122"/>
                <a:ea typeface="黑体" panose="02010609060101010101" pitchFamily="49" charset="-122"/>
              </a:rPr>
              <a:t>,</a:t>
            </a:r>
            <a:r>
              <a:rPr altLang="en-US" b="1" dirty="0" sz="2800" lang="zh-CN">
                <a:latin typeface="黑体" panose="02010609060101010101" pitchFamily="49" charset="-122"/>
                <a:ea typeface="黑体" panose="02010609060101010101" pitchFamily="49" charset="-122"/>
              </a:rPr>
              <a:t>还可对冰箱，密封容器，空调系统，轮胎，压缩机以及各种输液管道等的密封状态进行检查</a:t>
            </a:r>
            <a:r>
              <a:rPr altLang="zh-CN" b="1" dirty="0" sz="2800" lang="en-US">
                <a:latin typeface="黑体" panose="02010609060101010101" pitchFamily="49" charset="-122"/>
                <a:ea typeface="黑体" panose="02010609060101010101" pitchFamily="49" charset="-122"/>
              </a:rPr>
              <a:t>,</a:t>
            </a:r>
            <a:r>
              <a:rPr altLang="en-US" b="1" dirty="0" sz="2800" lang="zh-CN">
                <a:latin typeface="黑体" panose="02010609060101010101" pitchFamily="49" charset="-122"/>
                <a:ea typeface="黑体" panose="02010609060101010101" pitchFamily="49" charset="-122"/>
              </a:rPr>
              <a:t>是改善环境</a:t>
            </a:r>
            <a:r>
              <a:rPr altLang="zh-CN" b="1" dirty="0" sz="2800" lang="en-US">
                <a:latin typeface="黑体" panose="02010609060101010101" pitchFamily="49" charset="-122"/>
                <a:ea typeface="黑体" panose="02010609060101010101" pitchFamily="49" charset="-122"/>
              </a:rPr>
              <a:t>,</a:t>
            </a:r>
            <a:r>
              <a:rPr altLang="en-US" b="1" dirty="0" sz="2800" lang="zh-CN">
                <a:latin typeface="黑体" panose="02010609060101010101" pitchFamily="49" charset="-122"/>
                <a:ea typeface="黑体" panose="02010609060101010101" pitchFamily="49" charset="-122"/>
              </a:rPr>
              <a:t>节约能源的有力工具。</a:t>
            </a:r>
            <a:r>
              <a:rPr altLang="en-US" dirty="0" sz="2800" lang="zh-CN">
                <a:latin typeface="黑体" panose="02010609060101010101" pitchFamily="49" charset="-122"/>
                <a:ea typeface="黑体" panose="02010609060101010101" pitchFamily="49" charset="-122"/>
              </a:rPr>
              <a:t> </a:t>
            </a:r>
            <a:r>
              <a:rPr altLang="en-US" b="1" dirty="0" sz="2800" lang="zh-CN">
                <a:latin typeface="黑体" panose="02010609060101010101" pitchFamily="49" charset="-122"/>
                <a:ea typeface="黑体" panose="02010609060101010101" pitchFamily="49" charset="-122"/>
              </a:rPr>
              <a:t> </a:t>
            </a:r>
            <a:r>
              <a:rPr altLang="en-US" b="1" dirty="0" sz="2800" lang="zh-CN">
                <a:solidFill>
                  <a:schemeClr val="bg2"/>
                </a:solidFill>
                <a:latin typeface="黑体" panose="02010609060101010101" pitchFamily="49" charset="-122"/>
                <a:ea typeface="黑体" panose="02010609060101010101" pitchFamily="49" charset="-122"/>
              </a:rPr>
              <a:t> </a:t>
            </a:r>
            <a:endParaRPr altLang="en-US" b="1" dirty="0" sz="2800" lang="zh-CN">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p:grpSpPr>
      <p:pic>
        <p:nvPicPr>
          <p:cNvPr id="2097157" name="内容占位符 5"/>
          <p:cNvPicPr>
            <a:picLocks noChangeAspect="1" noGrp="1"/>
          </p:cNvPicPr>
          <p:nvPr>
            <p:ph idx="1"/>
          </p:nvPr>
        </p:nvPicPr>
        <p:blipFill>
          <a:blip xmlns:r="http://schemas.openxmlformats.org/officeDocument/2006/relationships" r:embed="rId1"/>
          <a:srcRect/>
          <a:stretch>
            <a:fillRect/>
          </a:stretch>
        </p:blipFill>
        <p:spPr>
          <a:xfrm>
            <a:off x="863600" y="2492375"/>
            <a:ext cx="7416800" cy="2214563"/>
          </a:xfrm>
        </p:spPr>
      </p:pic>
      <p:sp>
        <p:nvSpPr>
          <p:cNvPr id="1048734" name="灯片编号占位符 3"/>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34</a:t>
            </a:fld>
            <a:endParaRPr altLang="zh-CN" dirty="0" sz="1200" lang="en-US">
              <a:latin typeface="Arial Black" panose="020B0A04020102020204" pitchFamily="34" charset="0"/>
            </a:endParaRPr>
          </a:p>
        </p:txBody>
      </p:sp>
      <p:sp>
        <p:nvSpPr>
          <p:cNvPr id="1048735" name="日期占位符 4"/>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36" name="标题 1"/>
          <p:cNvSpPr txBox="1"/>
          <p:nvPr/>
        </p:nvSpPr>
        <p:spPr bwMode="auto">
          <a:xfrm>
            <a:off x="476250" y="1152525"/>
            <a:ext cx="8229600" cy="1371600"/>
          </a:xfrm>
          <a:prstGeom prst="rect"/>
          <a:noFill/>
          <a:ln>
            <a:noFill/>
          </a:ln>
        </p:spPr>
        <p:txBody>
          <a:bodyPr anchor="ctr"/>
          <a:lstStyle>
            <a:lvl1pPr algn="l" eaLnBrk="0" fontAlgn="base" hangingPunct="0" rtl="0">
              <a:spcBef>
                <a:spcPct val="0"/>
              </a:spcBef>
              <a:spcAft>
                <a:spcPct val="0"/>
              </a:spcAft>
              <a:defRPr sz="4400">
                <a:solidFill>
                  <a:schemeClr val="tx1"/>
                </a:solidFill>
                <a:latin typeface="+mj-lt"/>
                <a:ea typeface="+mj-ea"/>
                <a:cs typeface="+mj-cs"/>
              </a:defRPr>
            </a:lvl1pPr>
            <a:lvl2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eaLnBrk="0" fontAlgn="base" hangingPunct="0" rtl="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algn="l" fontAlgn="base" marL="457200" rtl="0">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algn="l" fontAlgn="base" marL="914400" rtl="0">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algn="l" fontAlgn="base" marL="1371600" rtl="0">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algn="l" fontAlgn="base" marL="1828800" rtl="0">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pPr algn="l" defTabSz="914400" eaLnBrk="0" fontAlgn="base" hangingPunct="0" indent="0" latinLnBrk="0" lvl="0" marL="0" marR="0" rtl="0">
              <a:lnSpc>
                <a:spcPct val="100000"/>
              </a:lnSpc>
              <a:spcBef>
                <a:spcPct val="0"/>
              </a:spcBef>
              <a:spcAft>
                <a:spcPct val="0"/>
              </a:spcAft>
              <a:buClrTx/>
              <a:buSzTx/>
              <a:buFontTx/>
              <a:buNone/>
            </a:pPr>
            <a:r>
              <a:rPr altLang="zh-CN" baseline="0" b="1" cap="none" dirty="0" sz="3200" i="0" kern="0" kumimoji="0" lang="en-US" noProof="0" normalizeH="0" spc="0" strike="noStrike" u="none">
                <a:ln>
                  <a:noFill/>
                </a:ln>
                <a:solidFill>
                  <a:schemeClr val="bg2"/>
                </a:solidFill>
                <a:effectLst/>
                <a:uLnTx/>
                <a:uFillTx/>
                <a:latin typeface="仿宋_GB2312" pitchFamily="49" charset="-122"/>
                <a:ea typeface="仿宋_GB2312" pitchFamily="49" charset="-122"/>
                <a:cs typeface="+mj-cs"/>
              </a:rPr>
              <a:t>9</a:t>
            </a:r>
            <a:r>
              <a:rPr altLang="en-US" baseline="0" b="1" cap="none" dirty="0" sz="3200" i="0" kern="0" kumimoji="0" lang="zh-CN" noProof="0" normalizeH="0" spc="0" strike="noStrike" u="none">
                <a:ln>
                  <a:noFill/>
                </a:ln>
                <a:solidFill>
                  <a:schemeClr val="bg2"/>
                </a:solidFill>
                <a:effectLst/>
                <a:uLnTx/>
                <a:uFillTx/>
                <a:latin typeface="仿宋_GB2312" pitchFamily="49" charset="-122"/>
                <a:ea typeface="仿宋_GB2312" pitchFamily="49" charset="-122"/>
                <a:cs typeface="+mj-cs"/>
              </a:rPr>
              <a:t>、红外无损检测</a:t>
            </a:r>
            <a:endParaRPr altLang="en-US" baseline="0" b="0" cap="none" dirty="0" sz="3200" i="0" kern="0" kumimoji="0" lang="zh-CN" noProof="0" normalizeH="0" spc="0" strike="noStrike" u="none">
              <a:ln>
                <a:noFill/>
              </a:ln>
              <a:solidFill>
                <a:schemeClr val="tx1"/>
              </a:solidFill>
              <a:effectLst/>
              <a:uLnTx/>
              <a:uFillTx/>
              <a:latin typeface="+mj-lt"/>
              <a:ea typeface="+mj-ea"/>
              <a:cs typeface="+mj-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p:grpSpPr>
      <p:sp>
        <p:nvSpPr>
          <p:cNvPr id="1048737" name="标题 1"/>
          <p:cNvSpPr>
            <a:spLocks noGrp="1"/>
          </p:cNvSpPr>
          <p:nvPr>
            <p:ph type="title"/>
          </p:nvPr>
        </p:nvSpPr>
        <p:spPr/>
        <p:txBody>
          <a:bodyPr anchor="ctr" bIns="45720" lIns="91440" rIns="91440" tIns="45720" vert="horz" wrap="square"/>
          <a:p>
            <a:r>
              <a:rPr altLang="zh-CN" b="1" dirty="0" sz="3200" lang="en-US">
                <a:solidFill>
                  <a:schemeClr val="bg2"/>
                </a:solidFill>
                <a:latin typeface="黑体" panose="02010609060101010101" pitchFamily="49" charset="-122"/>
                <a:ea typeface="黑体" panose="02010609060101010101" pitchFamily="49" charset="-122"/>
              </a:rPr>
              <a:t>9</a:t>
            </a:r>
            <a:r>
              <a:rPr altLang="en-US" b="1" dirty="0" sz="3200" lang="zh-CN">
                <a:solidFill>
                  <a:schemeClr val="bg2"/>
                </a:solidFill>
                <a:latin typeface="黑体" panose="02010609060101010101" pitchFamily="49" charset="-122"/>
                <a:ea typeface="黑体" panose="02010609060101010101" pitchFamily="49" charset="-122"/>
              </a:rPr>
              <a:t>、红外无损检测</a:t>
            </a:r>
            <a:endParaRPr altLang="en-US" dirty="0" sz="3200" lang="zh-CN">
              <a:latin typeface="黑体" panose="02010609060101010101" pitchFamily="49" charset="-122"/>
              <a:ea typeface="黑体" panose="02010609060101010101" pitchFamily="49" charset="-122"/>
            </a:endParaRPr>
          </a:p>
        </p:txBody>
      </p:sp>
      <p:pic>
        <p:nvPicPr>
          <p:cNvPr id="2097158" name="内容占位符 5"/>
          <p:cNvPicPr>
            <a:picLocks noChangeAspect="1" noGrp="1"/>
          </p:cNvPicPr>
          <p:nvPr>
            <p:ph idx="1"/>
          </p:nvPr>
        </p:nvPicPr>
        <p:blipFill>
          <a:blip xmlns:r="http://schemas.openxmlformats.org/officeDocument/2006/relationships" r:embed="rId1"/>
          <a:srcRect/>
          <a:stretch>
            <a:fillRect/>
          </a:stretch>
        </p:blipFill>
        <p:spPr>
          <a:xfrm>
            <a:off x="827088" y="1481138"/>
            <a:ext cx="7489825" cy="4886325"/>
          </a:xfrm>
        </p:spPr>
      </p:pic>
      <p:sp>
        <p:nvSpPr>
          <p:cNvPr id="1048738" name="灯片编号占位符 3"/>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35</a:t>
            </a:fld>
            <a:endParaRPr altLang="zh-CN" dirty="0" sz="1200" lang="en-US">
              <a:latin typeface="Arial Black" panose="020B0A04020102020204" pitchFamily="34" charset="0"/>
            </a:endParaRPr>
          </a:p>
        </p:txBody>
      </p:sp>
      <p:sp>
        <p:nvSpPr>
          <p:cNvPr id="1048739" name="日期占位符 4"/>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13" name=""/>
        <p:cNvGrpSpPr/>
        <p:nvPr/>
      </p:nvGrpSpPr>
      <p:grpSpPr>
        <a:xfrm/>
      </p:grpSpPr>
      <p:sp>
        <p:nvSpPr>
          <p:cNvPr id="1048743"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36</a:t>
            </a:fld>
            <a:endParaRPr altLang="zh-CN" dirty="0" sz="1200" lang="en-US">
              <a:latin typeface="Arial Black" panose="020B0A04020102020204" pitchFamily="34" charset="0"/>
            </a:endParaRPr>
          </a:p>
        </p:txBody>
      </p:sp>
      <p:sp>
        <p:nvSpPr>
          <p:cNvPr id="1048744"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45" name="Rectangle 2"/>
          <p:cNvSpPr>
            <a:spLocks noGrp="1"/>
          </p:cNvSpPr>
          <p:nvPr>
            <p:ph type="title"/>
          </p:nvPr>
        </p:nvSpPr>
        <p:spPr>
          <a:xfrm>
            <a:off x="539750" y="1125538"/>
            <a:ext cx="8229600" cy="1371600"/>
          </a:xfrm>
        </p:spPr>
        <p:txBody>
          <a:bodyPr anchor="ctr" bIns="45720" lIns="91440" rIns="91440" tIns="45720" vert="horz" wrap="square"/>
          <a:p>
            <a:pPr eaLnBrk="1" hangingPunct="1"/>
            <a:r>
              <a:rPr altLang="en-US" dirty="0" sz="6000" lang="zh-CN">
                <a:solidFill>
                  <a:srgbClr val="FF0000"/>
                </a:solidFill>
                <a:latin typeface="黑体" panose="02010609060101010101" pitchFamily="49" charset="-122"/>
                <a:ea typeface="黑体" panose="02010609060101010101" pitchFamily="49" charset="-122"/>
              </a:rPr>
              <a:t>思考题：</a:t>
            </a:r>
            <a:endParaRPr altLang="en-US" dirty="0" sz="6000" lang="zh-CN">
              <a:solidFill>
                <a:srgbClr val="FF0000"/>
              </a:solidFill>
              <a:latin typeface="黑体" panose="02010609060101010101" pitchFamily="49" charset="-122"/>
              <a:ea typeface="黑体" panose="02010609060101010101" pitchFamily="49" charset="-122"/>
            </a:endParaRPr>
          </a:p>
        </p:txBody>
      </p:sp>
      <p:sp>
        <p:nvSpPr>
          <p:cNvPr id="1048746" name="Rectangle 3"/>
          <p:cNvSpPr>
            <a:spLocks noGrp="1"/>
          </p:cNvSpPr>
          <p:nvPr>
            <p:ph idx="1"/>
          </p:nvPr>
        </p:nvSpPr>
        <p:spPr>
          <a:xfrm>
            <a:off x="468313" y="2708275"/>
            <a:ext cx="8229600" cy="2600325"/>
          </a:xfrm>
        </p:spPr>
        <p:txBody>
          <a:bodyPr anchor="t" bIns="45720" lIns="91440" rIns="91440" tIns="45720" vert="horz" wrap="square"/>
          <a:p>
            <a:pPr eaLnBrk="1" hangingPunct="1"/>
            <a:r>
              <a:rPr altLang="en-US" b="1" dirty="0" sz="3600" lang="zh-CN">
                <a:latin typeface="黑体" panose="02010609060101010101" pitchFamily="49" charset="-122"/>
                <a:ea typeface="黑体" panose="02010609060101010101" pitchFamily="49" charset="-122"/>
              </a:rPr>
              <a:t>无损检测的特点</a:t>
            </a:r>
            <a:endParaRPr altLang="en-US" b="1" dirty="0" sz="3600" lang="zh-CN">
              <a:latin typeface="黑体" panose="02010609060101010101" pitchFamily="49" charset="-122"/>
              <a:ea typeface="黑体" panose="02010609060101010101" pitchFamily="49" charset="-122"/>
            </a:endParaRPr>
          </a:p>
          <a:p>
            <a:pPr eaLnBrk="1" hangingPunct="1"/>
            <a:r>
              <a:rPr altLang="en-US" b="1" dirty="0" sz="3600" lang="zh-CN">
                <a:latin typeface="黑体" panose="02010609060101010101" pitchFamily="49" charset="-122"/>
                <a:ea typeface="黑体" panose="02010609060101010101" pitchFamily="49" charset="-122"/>
              </a:rPr>
              <a:t>无损检测方法的分类</a:t>
            </a:r>
            <a:endParaRPr altLang="en-US" b="1" dirty="0" sz="3600" lang="zh-CN">
              <a:latin typeface="黑体" panose="02010609060101010101" pitchFamily="49" charset="-122"/>
              <a:ea typeface="黑体" panose="02010609060101010101" pitchFamily="49" charset="-122"/>
            </a:endParaRPr>
          </a:p>
          <a:p>
            <a:pPr eaLnBrk="1" hangingPunct="1"/>
            <a:r>
              <a:rPr altLang="en-US" b="1" dirty="0" sz="3600" lang="zh-CN">
                <a:latin typeface="黑体" panose="02010609060101010101" pitchFamily="49" charset="-122"/>
                <a:ea typeface="黑体" panose="02010609060101010101" pitchFamily="49" charset="-122"/>
              </a:rPr>
              <a:t>无损检测应用的特点</a:t>
            </a:r>
            <a:endParaRPr altLang="en-US" b="1" dirty="0" sz="3600" lang="zh-CN">
              <a:latin typeface="黑体" panose="02010609060101010101" pitchFamily="49" charset="-122"/>
              <a:ea typeface="黑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14" name=""/>
        <p:cNvGrpSpPr/>
        <p:nvPr/>
      </p:nvGrpSpPr>
      <p:grpSpPr>
        <a:xfrm/>
      </p:grpSpPr>
      <p:sp>
        <p:nvSpPr>
          <p:cNvPr id="1048747" name="Rectangle 3"/>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37</a:t>
            </a:fld>
            <a:endParaRPr altLang="zh-CN" dirty="0" sz="1200" lang="en-US">
              <a:latin typeface="Arial Black" panose="020B0A04020102020204" pitchFamily="34" charset="0"/>
            </a:endParaRPr>
          </a:p>
        </p:txBody>
      </p:sp>
      <p:sp>
        <p:nvSpPr>
          <p:cNvPr id="1048748" name="Rectangle 16"/>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49" name="Rectangle 4"/>
          <p:cNvSpPr/>
          <p:nvPr/>
        </p:nvSpPr>
        <p:spPr>
          <a:xfrm>
            <a:off x="539750" y="3134994"/>
            <a:ext cx="8424863" cy="3108962"/>
          </a:xfrm>
          <a:prstGeom prst="rect"/>
          <a:noFill/>
          <a:ln w="9525">
            <a:noFill/>
          </a:ln>
        </p:spPr>
        <p:txBody>
          <a:bodyPr anchor="ct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indent="0" lvl="0" marL="0">
              <a:lnSpc>
                <a:spcPct val="120000"/>
              </a:lnSpc>
              <a:spcBef>
                <a:spcPct val="0"/>
              </a:spcBef>
              <a:buClrTx/>
              <a:buSzTx/>
              <a:buFontTx/>
              <a:buNone/>
            </a:pPr>
            <a:r>
              <a:rPr altLang="zh-CN" dirty="0" sz="2800" lang="en-US"/>
              <a:t>1</a:t>
            </a:r>
            <a:r>
              <a:rPr altLang="en-US" dirty="0" sz="2800" lang="zh-CN"/>
              <a:t>、一般以</a:t>
            </a:r>
            <a:r>
              <a:rPr altLang="en-US" b="1" dirty="0" sz="2800" lang="zh-CN">
                <a:solidFill>
                  <a:srgbClr val="6600CC"/>
                </a:solidFill>
              </a:rPr>
              <a:t>厚度和材质</a:t>
            </a:r>
            <a:r>
              <a:rPr altLang="en-US" dirty="0" sz="2800" lang="zh-CN"/>
              <a:t>为主，还有就是</a:t>
            </a:r>
            <a:r>
              <a:rPr altLang="en-US" b="1" dirty="0" sz="2800" lang="zh-CN">
                <a:solidFill>
                  <a:srgbClr val="6600CC"/>
                </a:solidFill>
              </a:rPr>
              <a:t>压力安全系数</a:t>
            </a:r>
            <a:r>
              <a:rPr altLang="en-US" dirty="0" sz="2800" lang="zh-CN"/>
              <a:t>等确定用那类方法。</a:t>
            </a:r>
            <a:endParaRPr altLang="en-US" dirty="0" sz="2800" lang="zh-CN"/>
          </a:p>
          <a:p>
            <a:pPr indent="0" lvl="0" marL="0">
              <a:lnSpc>
                <a:spcPct val="120000"/>
              </a:lnSpc>
              <a:spcBef>
                <a:spcPct val="0"/>
              </a:spcBef>
              <a:buClrTx/>
              <a:buSzTx/>
              <a:buFontTx/>
              <a:buNone/>
            </a:pPr>
            <a:r>
              <a:rPr altLang="zh-CN" dirty="0" sz="2800" lang="en-US"/>
              <a:t>2</a:t>
            </a:r>
            <a:r>
              <a:rPr altLang="en-US" dirty="0" sz="2800" lang="zh-CN"/>
              <a:t>、需要</a:t>
            </a:r>
            <a:r>
              <a:rPr altLang="en-US" b="1" dirty="0" sz="2800" lang="zh-CN">
                <a:solidFill>
                  <a:srgbClr val="6600CC"/>
                </a:solidFill>
              </a:rPr>
              <a:t>两种（或多种）方法</a:t>
            </a:r>
            <a:r>
              <a:rPr altLang="en-US" dirty="0" sz="2800" lang="zh-CN"/>
              <a:t>结合使用，比如射线对裂纹的敏感度不高，超声波可能就很好。</a:t>
            </a:r>
            <a:endParaRPr altLang="en-US" dirty="0" sz="2800" lang="zh-CN"/>
          </a:p>
          <a:p>
            <a:pPr indent="0" lvl="0" marL="0">
              <a:lnSpc>
                <a:spcPct val="120000"/>
              </a:lnSpc>
              <a:spcBef>
                <a:spcPct val="0"/>
              </a:spcBef>
              <a:buClrTx/>
              <a:buSzTx/>
              <a:buFontTx/>
              <a:buNone/>
            </a:pPr>
            <a:r>
              <a:rPr altLang="zh-CN" dirty="0" sz="2800" lang="en-US"/>
              <a:t>3</a:t>
            </a:r>
            <a:r>
              <a:rPr altLang="en-US" dirty="0" sz="2800" lang="zh-CN"/>
              <a:t>、一定的</a:t>
            </a:r>
            <a:r>
              <a:rPr altLang="en-US" b="1" dirty="0" sz="2800" lang="zh-CN">
                <a:solidFill>
                  <a:srgbClr val="6600CC"/>
                </a:solidFill>
              </a:rPr>
              <a:t>规定</a:t>
            </a:r>
            <a:r>
              <a:rPr altLang="en-US" dirty="0" sz="2800" lang="zh-CN"/>
              <a:t>，如：碳钢检测一般用磁粉；不锈钢一般不用超声波；厚度大的一般以超声波为主。</a:t>
            </a:r>
            <a:endParaRPr altLang="en-US" dirty="0" sz="2800" lang="zh-CN"/>
          </a:p>
        </p:txBody>
      </p:sp>
      <p:sp>
        <p:nvSpPr>
          <p:cNvPr id="1048750" name="AutoShape 5"/>
          <p:cNvSpPr>
            <a:spLocks noChangeArrowheads="1"/>
          </p:cNvSpPr>
          <p:nvPr/>
        </p:nvSpPr>
        <p:spPr bwMode="auto">
          <a:xfrm>
            <a:off x="684213" y="908050"/>
            <a:ext cx="7848600" cy="2303463"/>
          </a:xfrm>
          <a:prstGeom prst="irregularSeal2"/>
          <a:solidFill>
            <a:schemeClr val="accent1"/>
          </a:solidFill>
          <a:ln w="9525">
            <a:solidFill>
              <a:schemeClr val="tx1"/>
            </a:solidFill>
            <a:miter lim="800000"/>
          </a:ln>
          <a:effectLst/>
        </p:spPr>
        <p:txBody>
          <a:bodyPr anchor="ctr" wrap="none"/>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sz="3200" i="0" kern="1200" kumimoji="0" lang="zh-CN" noProof="0" normalizeH="0" spc="0" strike="noStrike" u="none">
                <a:ln>
                  <a:noFill/>
                </a:ln>
                <a:solidFill>
                  <a:srgbClr val="990033"/>
                </a:solidFill>
                <a:effectLst>
                  <a:outerShdw algn="tl" blurRad="38100" dir="2700000" dist="38100">
                    <a:srgbClr val="000000"/>
                  </a:outerShdw>
                </a:effectLst>
                <a:uLnTx/>
                <a:uFillTx/>
                <a:latin typeface="Arial" panose="020B0604020202020204" pitchFamily="34" charset="0"/>
                <a:ea typeface="隶书" panose="02010509060101010101" pitchFamily="49" charset="-122"/>
                <a:cs typeface="+mn-cs"/>
              </a:rPr>
              <a:t>如何选择无损检测方法</a:t>
            </a:r>
            <a:endParaRPr altLang="en-US" baseline="0" b="1" cap="none" sz="3200" i="0" kern="1200" kumimoji="0" lang="zh-CN" noProof="0" normalizeH="0" spc="0" strike="noStrike" u="none">
              <a:ln>
                <a:noFill/>
              </a:ln>
              <a:solidFill>
                <a:srgbClr val="990033"/>
              </a:solidFill>
              <a:effectLst>
                <a:outerShdw algn="tl" blurRad="38100" dir="2700000" dist="38100">
                  <a:srgbClr val="000000"/>
                </a:outerShdw>
              </a:effectLst>
              <a:uLnTx/>
              <a:uFillTx/>
              <a:latin typeface="Arial" panose="020B0604020202020204" pitchFamily="34" charset="0"/>
              <a:ea typeface="隶书" panose="02010509060101010101" pitchFamily="49" charset="-122"/>
              <a:cs typeface="+mn-cs"/>
            </a:endParaRPr>
          </a:p>
          <a:p>
            <a:pPr algn="ctr" defTabSz="914400" eaLnBrk="1" fontAlgn="base" hangingPunct="1" indent="0" latinLnBrk="0" lvl="0" marL="0" marR="0" rtl="0">
              <a:lnSpc>
                <a:spcPct val="100000"/>
              </a:lnSpc>
              <a:spcBef>
                <a:spcPct val="0"/>
              </a:spcBef>
              <a:spcAft>
                <a:spcPct val="0"/>
              </a:spcAft>
              <a:buClrTx/>
              <a:buSzTx/>
              <a:buFontTx/>
              <a:buNone/>
            </a:pPr>
            <a:r>
              <a:rPr altLang="en-US" baseline="0" b="1" cap="none" sz="3200" i="0" kern="1200" kumimoji="0" lang="zh-CN" noProof="0" normalizeH="0" spc="0" strike="noStrike" u="none">
                <a:ln>
                  <a:noFill/>
                </a:ln>
                <a:solidFill>
                  <a:srgbClr val="990033"/>
                </a:solidFill>
                <a:effectLst>
                  <a:outerShdw algn="tl" blurRad="38100" dir="2700000" dist="38100">
                    <a:srgbClr val="000000"/>
                  </a:outerShdw>
                </a:effectLst>
                <a:uLnTx/>
                <a:uFillTx/>
                <a:latin typeface="Arial" panose="020B0604020202020204" pitchFamily="34" charset="0"/>
                <a:ea typeface="华文行楷" panose="02010800040101010101" pitchFamily="2" charset="-122"/>
                <a:cs typeface="+mn-cs"/>
              </a:rPr>
              <a:t>（无损检测方法选择的原则）</a:t>
            </a:r>
            <a:endParaRPr altLang="en-US" baseline="0" b="1" cap="none" sz="3200" i="0" kern="1200" kumimoji="0" lang="zh-CN" noProof="0" normalizeH="0" spc="0" strike="noStrike" u="none">
              <a:ln>
                <a:noFill/>
              </a:ln>
              <a:solidFill>
                <a:srgbClr val="990033"/>
              </a:solidFill>
              <a:effectLst>
                <a:outerShdw algn="tl" blurRad="38100" dir="2700000" dist="38100">
                  <a:srgbClr val="000000"/>
                </a:outerShdw>
              </a:effectLst>
              <a:uLnTx/>
              <a:uFillTx/>
              <a:latin typeface="Arial" panose="020B0604020202020204" pitchFamily="34" charset="0"/>
              <a:ea typeface="华文行楷" panose="02010800040101010101" pitchFamily="2" charset="-122"/>
              <a:cs typeface="+mn-cs"/>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2">
                                  <p:stCondLst>
                                    <p:cond delay="0"/>
                                  </p:stCondLst>
                                  <p:childTnLst>
                                    <p:set>
                                      <p:cBhvr>
                                        <p:cTn dur="1" fill="hold" id="6">
                                          <p:stCondLst>
                                            <p:cond delay="0"/>
                                          </p:stCondLst>
                                        </p:cTn>
                                        <p:tgtEl>
                                          <p:spTgt spid="1048750"/>
                                        </p:tgtEl>
                                        <p:attrNameLst>
                                          <p:attrName>style.visibility</p:attrName>
                                        </p:attrNameLst>
                                      </p:cBhvr>
                                      <p:to>
                                        <p:strVal val="visible"/>
                                      </p:to>
                                    </p:set>
                                    <p:anim calcmode="lin" valueType="num">
                                      <p:cBhvr additive="base">
                                        <p:cTn dur="500" fill="hold" id="7"/>
                                        <p:tgtEl>
                                          <p:spTgt spid="1048750"/>
                                        </p:tgtEl>
                                        <p:attrNameLst>
                                          <p:attrName>ppt_x</p:attrName>
                                        </p:attrNameLst>
                                      </p:cBhvr>
                                      <p:tavLst>
                                        <p:tav tm="0">
                                          <p:val>
                                            <p:strVal val="1+#ppt_w/2"/>
                                          </p:val>
                                        </p:tav>
                                        <p:tav tm="100000">
                                          <p:val>
                                            <p:strVal val="#ppt_x"/>
                                          </p:val>
                                        </p:tav>
                                      </p:tavLst>
                                    </p:anim>
                                    <p:anim calcmode="lin" valueType="num">
                                      <p:cBhvr additive="base">
                                        <p:cTn dur="500" fill="hold" id="8"/>
                                        <p:tgtEl>
                                          <p:spTgt spid="1048750"/>
                                        </p:tgtEl>
                                        <p:attrNameLst>
                                          <p:attrName>ppt_y</p:attrName>
                                        </p:attrNameLst>
                                      </p:cBhvr>
                                      <p:tavLst>
                                        <p:tav tm="0">
                                          <p:val>
                                            <p:strVal val="#ppt_y"/>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3" presetSubtype="10">
                                  <p:stCondLst>
                                    <p:cond delay="0"/>
                                  </p:stCondLst>
                                  <p:childTnLst>
                                    <p:set>
                                      <p:cBhvr>
                                        <p:cTn dur="1" fill="hold" id="12">
                                          <p:stCondLst>
                                            <p:cond delay="0"/>
                                          </p:stCondLst>
                                        </p:cTn>
                                        <p:tgtEl>
                                          <p:spTgt spid="1048749"/>
                                        </p:tgtEl>
                                        <p:attrNameLst>
                                          <p:attrName>style.visibility</p:attrName>
                                        </p:attrNameLst>
                                      </p:cBhvr>
                                      <p:to>
                                        <p:strVal val="visible"/>
                                      </p:to>
                                    </p:set>
                                    <p:animEffect transition="in" filter="blinds(horizontal)">
                                      <p:cBhvr>
                                        <p:cTn dur="500" id="13"/>
                                        <p:tgtEl>
                                          <p:spTgt spid="1048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49" grpId="0"/>
      <p:bldP spid="104875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16" name=""/>
        <p:cNvGrpSpPr/>
        <p:nvPr/>
      </p:nvGrpSpPr>
      <p:grpSpPr>
        <a:xfrm/>
      </p:grpSpPr>
      <p:sp>
        <p:nvSpPr>
          <p:cNvPr id="1048753" name="灯片编号占位符 3"/>
          <p:cNvSpPr txBox="1">
            <a:spLocks noGrp="1"/>
          </p:cNvSpPr>
          <p:nvPr/>
        </p:nvSpPr>
        <p:spPr>
          <a:xfrm>
            <a:off x="6553200" y="6248400"/>
            <a:ext cx="2133600" cy="457200"/>
          </a:xfrm>
          <a:prstGeom prst="rect"/>
          <a:noFill/>
          <a:ln w="9525">
            <a:noFill/>
          </a:ln>
        </p:spPr>
        <p:txBody>
          <a:bodyPr anchor="b"/>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algn="r" eaLnBrk="1" hangingPunct="1" indent="0" lvl="0" marL="0">
              <a:spcBef>
                <a:spcPct val="0"/>
              </a:spcBef>
              <a:buClrTx/>
              <a:buSzTx/>
              <a:buFontTx/>
              <a:buNone/>
            </a:pPr>
            <a:fld id="{9A0DB2DC-4C9A-4742-B13C-FB6460FD3503}" type="slidenum">
              <a:rPr altLang="zh-CN" dirty="0" sz="1200" lang="en-US">
                <a:latin typeface="Arial Black" panose="020B0A04020102020204" pitchFamily="34" charset="0"/>
              </a:rPr>
              <a:t>38</a:t>
            </a:fld>
            <a:endParaRPr altLang="zh-CN" dirty="0" sz="1200" lang="en-US">
              <a:latin typeface="Arial Black" panose="020B0A04020102020204" pitchFamily="34" charset="0"/>
            </a:endParaRPr>
          </a:p>
        </p:txBody>
      </p:sp>
      <p:sp>
        <p:nvSpPr>
          <p:cNvPr id="1048754" name="日期占位符 4"/>
          <p:cNvSpPr txBox="1">
            <a:spLocks noGrp="1"/>
          </p:cNvSpPr>
          <p:nvPr/>
        </p:nvSpPr>
        <p:spPr>
          <a:xfrm>
            <a:off x="457200" y="6245225"/>
            <a:ext cx="2133600" cy="476250"/>
          </a:xfrm>
          <a:prstGeom prst="rect"/>
          <a:noFill/>
          <a:ln w="9525">
            <a:noFill/>
          </a:ln>
        </p:spPr>
        <p:txBody>
          <a:bodyPr anchor="b"/>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0"/>
              </a:spcBef>
              <a:buClrTx/>
              <a:buSzTx/>
              <a:buFontTx/>
              <a:buNone/>
            </a:pPr>
            <a:fld id="{BB962C8B-B14F-4D97-AF65-F5344CB8AC3E}" type="datetime1">
              <a:rPr altLang="en-US" dirty="0" sz="1200" lang="zh-CN"/>
              <a:t>2025/3/4</a:t>
            </a:fld>
            <a:endParaRPr altLang="en-US" dirty="0" sz="1200" lang="zh-CN"/>
          </a:p>
        </p:txBody>
      </p:sp>
      <p:graphicFrame>
        <p:nvGraphicFramePr>
          <p:cNvPr id="4194305" name="Group 48"/>
          <p:cNvGraphicFramePr>
            <a:graphicFrameLocks noGrp="1"/>
          </p:cNvGraphicFramePr>
          <p:nvPr>
            <p:ph idx="1"/>
          </p:nvPr>
        </p:nvGraphicFramePr>
        <p:xfrm>
          <a:off x="571500" y="642938"/>
          <a:ext cx="7632700" cy="5410200"/>
        </p:xfrm>
        <a:graphic>
          <a:graphicData uri="http://schemas.openxmlformats.org/drawingml/2006/table">
            <a:tbl>
              <a:tblPr/>
              <a:tblGrid>
                <a:gridCol w="3816350"/>
                <a:gridCol w="3816350"/>
              </a:tblGrid>
              <a:tr h="601663">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2800" i="0" kumimoji="0" lang="zh-CN" normalizeH="0" strike="noStrike" u="none">
                          <a:ln>
                            <a:noFill/>
                          </a:ln>
                          <a:solidFill>
                            <a:srgbClr val="990033"/>
                          </a:solidFill>
                          <a:effectLst>
                            <a:outerShdw algn="tl" blurRad="38100" dir="2700000" dist="38100">
                              <a:srgbClr val="C0C0C0"/>
                            </a:outerShdw>
                          </a:effectLst>
                          <a:latin typeface="Arial" panose="020B0604020202020204" pitchFamily="34" charset="0"/>
                          <a:ea typeface="楷体_GB2312" charset="-122"/>
                        </a:rPr>
                        <a:t>检测方法</a:t>
                      </a:r>
                      <a:endParaRPr altLang="en-US" baseline="0" b="1" cap="none" dirty="0" sz="2800" i="0" kumimoji="0" lang="zh-CN" normalizeH="0" strike="noStrike" u="none">
                        <a:ln>
                          <a:noFill/>
                        </a:ln>
                        <a:solidFill>
                          <a:srgbClr val="990033"/>
                        </a:solidFill>
                        <a:effectLst>
                          <a:outerShdw algn="tl" blurRad="38100" dir="2700000" dist="38100">
                            <a:srgbClr val="C0C0C0"/>
                          </a:outerShdw>
                        </a:effectLst>
                        <a:latin typeface="Arial" panose="020B0604020202020204" pitchFamily="34"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outerShdw algn="tl" blurRad="38100" dir="2700000" dist="38100">
                              <a:srgbClr val="C0C0C0"/>
                            </a:outerShdw>
                          </a:effectLst>
                          <a:latin typeface="Arial" panose="020B0604020202020204" pitchFamily="34" charset="0"/>
                          <a:ea typeface="楷体_GB2312" charset="-122"/>
                        </a:rPr>
                        <a:t>缩写</a:t>
                      </a:r>
                      <a:endParaRPr altLang="en-US" baseline="0" b="1" cap="none" sz="2800" i="0" kumimoji="0" lang="zh-CN" normalizeH="0" strike="noStrike" u="none">
                        <a:ln>
                          <a:noFill/>
                        </a:ln>
                        <a:solidFill>
                          <a:srgbClr val="990033"/>
                        </a:solidFill>
                        <a:effectLst>
                          <a:outerShdw algn="tl" blurRad="38100" dir="2700000" dist="38100">
                            <a:srgbClr val="C0C0C0"/>
                          </a:outerShdw>
                        </a:effectLst>
                        <a:latin typeface="Arial" panose="020B0604020202020204" pitchFamily="34"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0075">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rPr>
                        <a:t>目视检测</a:t>
                      </a:r>
                      <a:endPar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rPr>
                        <a:t>VT</a:t>
                      </a:r>
                      <a:endPar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1663">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rPr>
                        <a:t>射线检测</a:t>
                      </a:r>
                      <a:endPar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rPr>
                        <a:t>RT</a:t>
                      </a:r>
                      <a:endPar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1663">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rPr>
                        <a:t>超声检测</a:t>
                      </a:r>
                      <a:endPar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rPr>
                        <a:t>UT</a:t>
                      </a:r>
                      <a:endPar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0075">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rPr>
                        <a:t>声发射检测</a:t>
                      </a:r>
                      <a:endPar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rPr>
                        <a:t>AE</a:t>
                      </a:r>
                      <a:endPar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1663">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rPr>
                        <a:t>磁粉检测</a:t>
                      </a:r>
                      <a:endPar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rPr>
                        <a:t>MT</a:t>
                      </a:r>
                      <a:endPar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1663">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rPr>
                        <a:t>渗透检测</a:t>
                      </a:r>
                      <a:endPar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rPr>
                        <a:t>PT</a:t>
                      </a:r>
                      <a:endPar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0075">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rPr>
                        <a:t>泄漏检测</a:t>
                      </a:r>
                      <a:endParaRPr altLang="en-US" baseline="0" b="1" cap="none"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rPr>
                        <a:t>LT</a:t>
                      </a:r>
                      <a:endParaRPr altLang="zh-CN" baseline="0" b="1" cap="none"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r h="601663">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en-US" baseline="0" b="1" cap="none" dirty="0" sz="2800" i="0" kumimoji="0" lang="zh-CN" normalizeH="0" strike="noStrike" u="none">
                          <a:ln>
                            <a:noFill/>
                          </a:ln>
                          <a:solidFill>
                            <a:srgbClr val="990033"/>
                          </a:solidFill>
                          <a:effectLst/>
                          <a:latin typeface="Times New Roman" panose="02020603050405020304" pitchFamily="18" charset="0"/>
                          <a:ea typeface="楷体_GB2312" charset="-122"/>
                        </a:rPr>
                        <a:t>涡流检测</a:t>
                      </a:r>
                      <a:endParaRPr altLang="en-US" baseline="0" b="1" cap="none" dirty="0" sz="2800" i="0" kumimoji="0" lang="zh-CN" normalizeH="0" strike="noStrike" u="none">
                        <a:ln>
                          <a:noFill/>
                        </a:ln>
                        <a:solidFill>
                          <a:srgbClr val="990033"/>
                        </a:solidFill>
                        <a:effectLst/>
                        <a:latin typeface="Times New Roman" panose="02020603050405020304" pitchFamily="18" charset="0"/>
                        <a:ea typeface="楷体_GB231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c>
                  <a:txBody>
                    <a:bodyPr/>
                    <a:p>
                      <a:pPr algn="ctr" defTabSz="914400" eaLnBrk="1" fontAlgn="base" hangingPunct="1" indent="0" latinLnBrk="0" lvl="0" marL="0" marR="0" rtl="0">
                        <a:lnSpc>
                          <a:spcPct val="100000"/>
                        </a:lnSpc>
                        <a:spcBef>
                          <a:spcPct val="20000"/>
                        </a:spcBef>
                        <a:spcAft>
                          <a:spcPct val="0"/>
                        </a:spcAft>
                        <a:buClr>
                          <a:schemeClr val="bg2"/>
                        </a:buClr>
                        <a:buSzPct val="75000"/>
                        <a:buFont typeface="Wingdings" panose="05000000000000000000" pitchFamily="2" charset="2"/>
                        <a:buNone/>
                      </a:pPr>
                      <a:r>
                        <a:rPr altLang="zh-CN" baseline="0" b="1" cap="none" dirty="0" sz="2800" i="0" kumimoji="0" lang="en-US" normalizeH="0" strike="noStrike" u="none">
                          <a:ln>
                            <a:noFill/>
                          </a:ln>
                          <a:solidFill>
                            <a:srgbClr val="990033"/>
                          </a:solidFill>
                          <a:effectLst/>
                          <a:latin typeface="Times New Roman" panose="02020603050405020304" pitchFamily="18" charset="0"/>
                          <a:ea typeface="楷体_GB2312" charset="-122"/>
                        </a:rPr>
                        <a:t>ET</a:t>
                      </a:r>
                      <a:endParaRPr altLang="zh-CN" baseline="0" b="1" cap="none" dirty="0" sz="2800" i="0" kumimoji="0" lang="en-US" normalizeH="0" strike="noStrike" u="none">
                        <a:ln>
                          <a:noFill/>
                        </a:ln>
                        <a:solidFill>
                          <a:srgbClr val="990033"/>
                        </a:solidFill>
                        <a:effectLst/>
                        <a:latin typeface="Times New Roman" panose="02020603050405020304" pitchFamily="18" charset="0"/>
                        <a:ea typeface="楷体_GB231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noFill/>
                  </a:tcPr>
                </a:tc>
              </a:tr>
            </a:tbl>
          </a:graphicData>
        </a:graphic>
      </p:graphicFrame>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4" presetSubtype="16">
                                  <p:stCondLst>
                                    <p:cond delay="0"/>
                                  </p:stCondLst>
                                  <p:childTnLst>
                                    <p:set>
                                      <p:cBhvr>
                                        <p:cTn dur="1" fill="hold" id="6">
                                          <p:stCondLst>
                                            <p:cond delay="0"/>
                                          </p:stCondLst>
                                        </p:cTn>
                                        <p:tgtEl>
                                          <p:spTgt spid="4194305"/>
                                        </p:tgtEl>
                                        <p:attrNameLst>
                                          <p:attrName>style.visibility</p:attrName>
                                        </p:attrNameLst>
                                      </p:cBhvr>
                                      <p:to>
                                        <p:strVal val="visible"/>
                                      </p:to>
                                    </p:set>
                                    <p:animEffect transition="in" filter="box(in)">
                                      <p:cBhvr>
                                        <p:cTn dur="500" id="7"/>
                                        <p:tgtEl>
                                          <p:spTgt spid="4194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17" name=""/>
        <p:cNvGrpSpPr/>
        <p:nvPr/>
      </p:nvGrpSpPr>
      <p:grpSpPr>
        <a:xfrm/>
      </p:grpSpPr>
      <p:sp>
        <p:nvSpPr>
          <p:cNvPr id="1048755" name="Text Box 4">
            <a:hlinkClick r:id="rId1" action="ppaction://hlinkfile"/>
          </p:cNvPr>
          <p:cNvSpPr txBox="1"/>
          <p:nvPr/>
        </p:nvSpPr>
        <p:spPr>
          <a:xfrm>
            <a:off x="1331913" y="2205038"/>
            <a:ext cx="6911975" cy="579437"/>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en-US" b="1" dirty="0" lang="zh-CN" u="sng">
                <a:solidFill>
                  <a:srgbClr val="0033CC"/>
                </a:solidFill>
                <a:ea typeface="楷体_GB2312" charset="-122"/>
              </a:rPr>
              <a:t>常用无损检测方法的特点及应用选择</a:t>
            </a:r>
            <a:endParaRPr altLang="en-US" b="1" dirty="0" lang="zh-CN" u="sng">
              <a:solidFill>
                <a:srgbClr val="0033CC"/>
              </a:solidFill>
              <a:ea typeface="楷体_GB2312" charset="-122"/>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755"/>
                                        </p:tgtEl>
                                        <p:attrNameLst>
                                          <p:attrName>style.visibility</p:attrName>
                                        </p:attrNameLst>
                                      </p:cBhvr>
                                      <p:to>
                                        <p:strVal val="visible"/>
                                      </p:to>
                                    </p:set>
                                    <p:animEffect transition="in" filter="wipe(left)">
                                      <p:cBhvr>
                                        <p:cTn dur="500" id="7"/>
                                        <p:tgtEl>
                                          <p:spTgt spid="1048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5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p:grpSpPr>
      <p:sp>
        <p:nvSpPr>
          <p:cNvPr id="1048756"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40</a:t>
            </a:fld>
            <a:endParaRPr altLang="zh-CN" dirty="0" sz="1200" lang="en-US">
              <a:latin typeface="Arial Black" panose="020B0A04020102020204" pitchFamily="34" charset="0"/>
            </a:endParaRPr>
          </a:p>
        </p:txBody>
      </p:sp>
      <p:sp>
        <p:nvSpPr>
          <p:cNvPr id="1048757"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58" name="Rectangle 3"/>
          <p:cNvSpPr>
            <a:spLocks noGrp="1" noChangeArrowheads="1"/>
          </p:cNvSpPr>
          <p:nvPr>
            <p:ph idx="1"/>
          </p:nvPr>
        </p:nvSpPr>
        <p:spPr>
          <a:xfrm>
            <a:off x="457200" y="1981200"/>
            <a:ext cx="4835525" cy="871538"/>
          </a:xfrm>
        </p:spPr>
        <p:txBody>
          <a:bodyPr anchor="t" anchorCtr="0" bIns="45720" compatLnSpc="1" lIns="91440" numCol="1" rIns="91440" tIns="45720" vert="horz" wrap="square"/>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rPr>
              <a:t>无损检测方法的选择</a:t>
            </a:r>
            <a:endParaRPr altLang="en-US" baseline="0" b="1" cap="none" dirty="0" sz="3200" i="0" kern="0" kumimoji="0" lang="zh-CN" noProof="0" normalizeH="0" spc="0" strike="noStrike" u="none">
              <a:ln>
                <a:noFill/>
              </a:ln>
              <a:solidFill>
                <a:schemeClr val="bg2"/>
              </a:solidFill>
              <a:effectLst>
                <a:outerShdw algn="tl" blurRad="38100" dir="2700000" dist="38100">
                  <a:srgbClr val="C0C0C0"/>
                </a:outerShdw>
              </a:effectLst>
              <a:uLnTx/>
              <a:uFillTx/>
              <a:latin typeface="黑体" panose="02010609060101010101" pitchFamily="49" charset="-122"/>
              <a:ea typeface="黑体" panose="02010609060101010101" pitchFamily="49" charset="-122"/>
              <a:cs typeface="+mn-cs"/>
            </a:endParaRPr>
          </a:p>
        </p:txBody>
      </p:sp>
      <p:sp>
        <p:nvSpPr>
          <p:cNvPr id="1048759" name="Text Box 7"/>
          <p:cNvSpPr txBox="1"/>
          <p:nvPr/>
        </p:nvSpPr>
        <p:spPr>
          <a:xfrm>
            <a:off x="611188" y="2852738"/>
            <a:ext cx="7993062" cy="2232660"/>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en-US" b="1" dirty="0" sz="2800" lang="zh-CN">
                <a:solidFill>
                  <a:srgbClr val="FF0000"/>
                </a:solidFill>
                <a:latin typeface="仿宋_GB2312" pitchFamily="49" charset="-122"/>
                <a:ea typeface="仿宋_GB2312" pitchFamily="49" charset="-122"/>
              </a:rPr>
              <a:t>缺陷的种类和产生的原因</a:t>
            </a:r>
            <a:endParaRPr altLang="en-US" b="1" dirty="0" sz="2800" lang="zh-CN">
              <a:solidFill>
                <a:srgbClr val="FF0000"/>
              </a:solidFill>
              <a:latin typeface="仿宋_GB2312" pitchFamily="49" charset="-122"/>
              <a:ea typeface="仿宋_GB2312" pitchFamily="49" charset="-122"/>
            </a:endParaRPr>
          </a:p>
          <a:p>
            <a:pPr eaLnBrk="1" hangingPunct="1" indent="0" lvl="0" marL="0">
              <a:lnSpc>
                <a:spcPct val="120000"/>
              </a:lnSpc>
              <a:spcBef>
                <a:spcPct val="50000"/>
              </a:spcBef>
              <a:buClrTx/>
              <a:buSzTx/>
              <a:buFontTx/>
              <a:buNone/>
            </a:pPr>
            <a:r>
              <a:rPr altLang="en-US" b="1" dirty="0" sz="2800" lang="zh-CN">
                <a:latin typeface="仿宋_GB2312" pitchFamily="49" charset="-122"/>
                <a:ea typeface="仿宋_GB2312" pitchFamily="49" charset="-122"/>
              </a:rPr>
              <a:t>   了解材料和焊缝中的缺陷种类和产生原因，有助于正确选择无损检测方法，制定合理的检测方案，从而取得正确的检测结果。</a:t>
            </a:r>
            <a:endParaRPr altLang="en-US" b="1" dirty="0" sz="2800" lang="zh-CN">
              <a:latin typeface="仿宋_GB2312" pitchFamily="49" charset="-122"/>
              <a:ea typeface="仿宋_GB2312"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19" name=""/>
        <p:cNvGrpSpPr/>
        <p:nvPr/>
      </p:nvGrpSpPr>
      <p:grpSpPr>
        <a:xfrm/>
      </p:grpSpPr>
      <p:sp>
        <p:nvSpPr>
          <p:cNvPr id="1048760"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41</a:t>
            </a:fld>
            <a:endParaRPr altLang="zh-CN" dirty="0" sz="1200" lang="en-US">
              <a:latin typeface="Arial Black" panose="020B0A04020102020204" pitchFamily="34" charset="0"/>
            </a:endParaRPr>
          </a:p>
        </p:txBody>
      </p:sp>
      <p:sp>
        <p:nvSpPr>
          <p:cNvPr id="1048761"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grpSp>
        <p:nvGrpSpPr>
          <p:cNvPr id="120" name="Group 6"/>
          <p:cNvGrpSpPr/>
          <p:nvPr/>
        </p:nvGrpSpPr>
        <p:grpSpPr>
          <a:xfrm>
            <a:off x="357188" y="-71437"/>
            <a:ext cx="8110537" cy="6919912"/>
            <a:chOff x="84" y="618"/>
            <a:chExt cx="5109" cy="4359"/>
          </a:xfrm>
        </p:grpSpPr>
        <p:pic>
          <p:nvPicPr>
            <p:cNvPr id="2097159" name="Picture 4"/>
            <p:cNvPicPr>
              <a:picLocks noChangeAspect="1"/>
            </p:cNvPicPr>
            <p:nvPr/>
          </p:nvPicPr>
          <p:blipFill>
            <a:blip xmlns:r="http://schemas.openxmlformats.org/officeDocument/2006/relationships" r:embed="rId1"/>
            <a:srcRect l="3352" r="22398"/>
            <a:stretch>
              <a:fillRect/>
            </a:stretch>
          </p:blipFill>
          <p:spPr>
            <a:xfrm>
              <a:off x="158" y="618"/>
              <a:ext cx="5035" cy="1989"/>
            </a:xfrm>
            <a:prstGeom prst="rect"/>
            <a:noFill/>
            <a:ln w="9525">
              <a:noFill/>
            </a:ln>
          </p:spPr>
        </p:pic>
        <p:pic>
          <p:nvPicPr>
            <p:cNvPr id="2097160" name="Picture 5"/>
            <p:cNvPicPr>
              <a:picLocks noChangeAspect="1"/>
            </p:cNvPicPr>
            <p:nvPr/>
          </p:nvPicPr>
          <p:blipFill>
            <a:blip xmlns:r="http://schemas.openxmlformats.org/officeDocument/2006/relationships" r:embed="rId2"/>
            <a:srcRect l="2843" t="17891" r="21341" b="3362"/>
            <a:stretch>
              <a:fillRect/>
            </a:stretch>
          </p:blipFill>
          <p:spPr>
            <a:xfrm>
              <a:off x="84" y="2523"/>
              <a:ext cx="5034" cy="2454"/>
            </a:xfrm>
            <a:prstGeom prst="rect"/>
            <a:noFill/>
            <a:ln w="9525">
              <a:noFill/>
            </a:ln>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p:grpSpPr>
      <p:sp>
        <p:nvSpPr>
          <p:cNvPr id="1048762"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42</a:t>
            </a:fld>
            <a:endParaRPr altLang="zh-CN" dirty="0" sz="1200" lang="en-US">
              <a:latin typeface="Arial Black" panose="020B0A04020102020204" pitchFamily="34" charset="0"/>
            </a:endParaRPr>
          </a:p>
        </p:txBody>
      </p:sp>
      <p:sp>
        <p:nvSpPr>
          <p:cNvPr id="1048763"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61" name="Picture 4"/>
          <p:cNvPicPr>
            <a:picLocks noChangeAspect="1"/>
          </p:cNvPicPr>
          <p:nvPr/>
        </p:nvPicPr>
        <p:blipFill>
          <a:blip xmlns:r="http://schemas.openxmlformats.org/officeDocument/2006/relationships" r:embed="rId1"/>
          <a:srcRect l="6308" t="2380" r="2959" b="6668"/>
          <a:stretch>
            <a:fillRect/>
          </a:stretch>
        </p:blipFill>
        <p:spPr>
          <a:xfrm>
            <a:off x="225425" y="1268413"/>
            <a:ext cx="8855075" cy="4716462"/>
          </a:xfrm>
          <a:prstGeom prst="rect"/>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22" name=""/>
        <p:cNvGrpSpPr/>
        <p:nvPr/>
      </p:nvGrpSpPr>
      <p:grpSpPr>
        <a:xfrm/>
      </p:grpSpPr>
      <p:sp>
        <p:nvSpPr>
          <p:cNvPr id="1048764"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43</a:t>
            </a:fld>
            <a:endParaRPr altLang="zh-CN" dirty="0" sz="1200" lang="en-US">
              <a:latin typeface="Arial Black" panose="020B0A04020102020204" pitchFamily="34" charset="0"/>
            </a:endParaRPr>
          </a:p>
        </p:txBody>
      </p:sp>
      <p:sp>
        <p:nvSpPr>
          <p:cNvPr id="1048765"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62" name="Picture 4"/>
          <p:cNvPicPr>
            <a:picLocks noChangeAspect="1"/>
          </p:cNvPicPr>
          <p:nvPr/>
        </p:nvPicPr>
        <p:blipFill>
          <a:blip xmlns:r="http://schemas.openxmlformats.org/officeDocument/2006/relationships" r:embed="rId1"/>
          <a:srcRect l="12355" r="24455"/>
          <a:stretch>
            <a:fillRect/>
          </a:stretch>
        </p:blipFill>
        <p:spPr>
          <a:xfrm>
            <a:off x="468313" y="1125538"/>
            <a:ext cx="8281987" cy="5310187"/>
          </a:xfrm>
          <a:prstGeom prst="rect"/>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p:grpSpPr>
      <p:sp>
        <p:nvSpPr>
          <p:cNvPr id="1048766"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44</a:t>
            </a:fld>
            <a:endParaRPr altLang="zh-CN" dirty="0" sz="1200" lang="en-US">
              <a:latin typeface="Arial Black" panose="020B0A04020102020204" pitchFamily="34" charset="0"/>
            </a:endParaRPr>
          </a:p>
        </p:txBody>
      </p:sp>
      <p:sp>
        <p:nvSpPr>
          <p:cNvPr id="1048767"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68" name="Rectangle 4"/>
          <p:cNvSpPr>
            <a:spLocks noChangeArrowheads="1"/>
          </p:cNvSpPr>
          <p:nvPr/>
        </p:nvSpPr>
        <p:spPr bwMode="auto">
          <a:xfrm>
            <a:off x="611188" y="1700213"/>
            <a:ext cx="8229600" cy="727075"/>
          </a:xfrm>
          <a:prstGeom prst="rect"/>
          <a:noFill/>
          <a:ln>
            <a:noFill/>
          </a:ln>
          <a:effectLst/>
        </p:spPr>
        <p:txBody>
          <a:bodyPr/>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sz="3200" i="0" kern="1200" kumimoji="0" lang="zh-CN" noProof="0" normalizeH="0" spc="0" strike="noStrike" u="none">
                <a:ln>
                  <a:noFill/>
                </a:ln>
                <a:solidFill>
                  <a:schemeClr val="bg2"/>
                </a:solidFill>
                <a:effectLst>
                  <a:outerShdw algn="tl" blurRad="38100" dir="2700000" dist="38100">
                    <a:srgbClr val="C0C0C0"/>
                  </a:outerShdw>
                </a:effectLst>
                <a:uLnTx/>
                <a:uFillTx/>
                <a:latin typeface="Arial" panose="020B0604020202020204" pitchFamily="34" charset="0"/>
                <a:ea typeface="仿宋_GB2312" pitchFamily="49" charset="-122"/>
                <a:cs typeface="+mn-cs"/>
              </a:rPr>
              <a:t>无损检测方法的选择</a:t>
            </a:r>
            <a:endParaRPr altLang="en-US" baseline="0" b="1" cap="none" sz="3200" i="0" kern="1200" kumimoji="0" lang="zh-CN" noProof="0" normalizeH="0" spc="0" strike="noStrike" u="none">
              <a:ln>
                <a:noFill/>
              </a:ln>
              <a:solidFill>
                <a:schemeClr val="bg2"/>
              </a:solidFill>
              <a:effectLst>
                <a:outerShdw algn="tl" blurRad="38100" dir="2700000" dist="38100">
                  <a:srgbClr val="C0C0C0"/>
                </a:outerShdw>
              </a:effectLst>
              <a:uLnTx/>
              <a:uFillTx/>
              <a:latin typeface="Arial" panose="020B0604020202020204" pitchFamily="34" charset="0"/>
              <a:ea typeface="仿宋_GB2312" pitchFamily="49" charset="-122"/>
              <a:cs typeface="+mn-cs"/>
            </a:endParaRPr>
          </a:p>
        </p:txBody>
      </p:sp>
      <p:sp>
        <p:nvSpPr>
          <p:cNvPr id="1048769" name="Text Box 6"/>
          <p:cNvSpPr txBox="1">
            <a:spLocks noChangeArrowheads="1"/>
          </p:cNvSpPr>
          <p:nvPr/>
        </p:nvSpPr>
        <p:spPr bwMode="auto">
          <a:xfrm>
            <a:off x="684213" y="2349500"/>
            <a:ext cx="8208963" cy="3667760"/>
          </a:xfrm>
          <a:prstGeom prst="rect"/>
          <a:noFill/>
          <a:ln>
            <a:noFill/>
          </a:ln>
          <a:effectLst/>
        </p:spPr>
        <p:txBody>
          <a:bodyPr>
            <a:spAutoFit/>
          </a:bodyPr>
          <a:p>
            <a:pPr defTabSz="914400" eaLnBrk="1" hangingPunct="1" marR="0">
              <a:spcBef>
                <a:spcPct val="50000"/>
              </a:spcBef>
              <a:buClrTx/>
              <a:buSzTx/>
              <a:buFontTx/>
            </a:pPr>
            <a:r>
              <a:rPr altLang="en-US" baseline="0" b="1" cap="none" dirty="0" sz="2400" kern="1200" kumimoji="0" lang="zh-CN" noProof="0" normalizeH="0" spc="0">
                <a:latin typeface="仿宋_GB2312" pitchFamily="49" charset="-122"/>
                <a:ea typeface="仿宋_GB2312" pitchFamily="49" charset="-122"/>
                <a:cs typeface="+mn-cs"/>
              </a:rPr>
              <a:t>在用</a:t>
            </a:r>
            <a:r>
              <a:rPr altLang="en-US" baseline="0" b="1" cap="none" dirty="0" sz="2400" kern="1200" kumimoji="0" lang="zh-CN" noProof="0" normalizeH="0" spc="0">
                <a:solidFill>
                  <a:srgbClr val="FF0000"/>
                </a:solidFill>
                <a:effectLst>
                  <a:outerShdw algn="tl" blurRad="38100" dir="2700000" dist="38100">
                    <a:srgbClr val="C0C0C0"/>
                  </a:outerShdw>
                </a:effectLst>
                <a:latin typeface="仿宋_GB2312" pitchFamily="49" charset="-122"/>
                <a:ea typeface="仿宋_GB2312" pitchFamily="49" charset="-122"/>
                <a:cs typeface="+mn-cs"/>
              </a:rPr>
              <a:t>设备定检</a:t>
            </a:r>
            <a:r>
              <a:rPr altLang="en-US" baseline="0" b="1" cap="none" dirty="0" sz="2400" kern="1200" kumimoji="0" lang="zh-CN" noProof="0" normalizeH="0" spc="0">
                <a:latin typeface="仿宋_GB2312" pitchFamily="49" charset="-122"/>
                <a:ea typeface="仿宋_GB2312" pitchFamily="49" charset="-122"/>
                <a:cs typeface="+mn-cs"/>
              </a:rPr>
              <a:t>中常见宏观缺陷及其产生原因</a:t>
            </a:r>
            <a:endParaRPr altLang="en-US" baseline="0" b="1" cap="none" dirty="0" sz="2400" kern="1200" kumimoji="0" lang="zh-CN" noProof="0" normalizeH="0" spc="0">
              <a:latin typeface="仿宋_GB2312" pitchFamily="49" charset="-122"/>
              <a:ea typeface="仿宋_GB2312" pitchFamily="49" charset="-122"/>
              <a:cs typeface="+mn-cs"/>
            </a:endParaRPr>
          </a:p>
          <a:p>
            <a:pPr defTabSz="914400" eaLnBrk="1" hangingPunct="1" marR="0">
              <a:spcBef>
                <a:spcPct val="50000"/>
              </a:spcBef>
              <a:buClrTx/>
              <a:buSzTx/>
              <a:buFontTx/>
            </a:pPr>
            <a:r>
              <a:rPr altLang="en-US" baseline="0" b="1" cap="none" dirty="0" sz="2400" kern="1200" kumimoji="0" lang="zh-CN" noProof="0" normalizeH="0" spc="0">
                <a:latin typeface="仿宋_GB2312" pitchFamily="49" charset="-122"/>
                <a:ea typeface="仿宋_GB2312" pitchFamily="49" charset="-122"/>
                <a:cs typeface="+mn-cs"/>
              </a:rPr>
              <a:t>在用设备定检中，除常发现因制造方式不同导致的制造缺陷发展以致缺陷超标，还</a:t>
            </a:r>
            <a:r>
              <a:rPr altLang="en-US" baseline="0" b="1" cap="none" dirty="0" sz="2400" kern="1200" kumimoji="0" lang="zh-CN" noProof="0" normalizeH="0" spc="0">
                <a:solidFill>
                  <a:srgbClr val="FF0000"/>
                </a:solidFill>
                <a:latin typeface="仿宋_GB2312" pitchFamily="49" charset="-122"/>
                <a:ea typeface="仿宋_GB2312" pitchFamily="49" charset="-122"/>
                <a:cs typeface="+mn-cs"/>
              </a:rPr>
              <a:t>应注意设备因运行而发生的运行缺陷</a:t>
            </a:r>
            <a:endParaRPr altLang="en-US" baseline="0" b="1" cap="none" dirty="0" sz="2400" kern="1200" kumimoji="0" lang="zh-CN" noProof="0" normalizeH="0" spc="0">
              <a:solidFill>
                <a:srgbClr val="FF0000"/>
              </a:solidFill>
              <a:latin typeface="仿宋_GB2312" pitchFamily="49" charset="-122"/>
              <a:ea typeface="仿宋_GB2312" pitchFamily="49" charset="-122"/>
              <a:cs typeface="+mn-cs"/>
            </a:endParaRPr>
          </a:p>
          <a:p>
            <a:pPr defTabSz="914400" eaLnBrk="1" hangingPunct="1" marR="0">
              <a:spcBef>
                <a:spcPct val="50000"/>
              </a:spcBef>
              <a:buClrTx/>
              <a:buSzTx/>
              <a:buFontTx/>
            </a:pPr>
            <a:r>
              <a:rPr altLang="en-US" baseline="0" b="1" cap="none" dirty="0" sz="2400" kern="1200" kumimoji="0" lang="zh-CN" noProof="0" normalizeH="0" spc="0">
                <a:solidFill>
                  <a:srgbClr val="0033CC"/>
                </a:solidFill>
                <a:latin typeface="仿宋_GB2312" pitchFamily="49" charset="-122"/>
                <a:ea typeface="仿宋_GB2312" pitchFamily="49" charset="-122"/>
                <a:cs typeface="+mn-cs"/>
              </a:rPr>
              <a:t>疲劳裂纹</a:t>
            </a:r>
            <a:r>
              <a:rPr altLang="en-US" baseline="0" b="1" cap="none" dirty="0" sz="2400" kern="1200" kumimoji="0" lang="zh-CN" noProof="0" normalizeH="0" spc="0">
                <a:latin typeface="仿宋_GB2312" pitchFamily="49" charset="-122"/>
                <a:ea typeface="仿宋_GB2312" pitchFamily="49" charset="-122"/>
                <a:cs typeface="+mn-cs"/>
              </a:rPr>
              <a:t>  设备或部件承受交变载荷而引起的裂纹，该类裂纹的断口一般有明显的呈同心圆状的疲劳源并伴有脆性断口</a:t>
            </a:r>
            <a:endParaRPr altLang="en-US" baseline="0" b="1" cap="none" dirty="0" sz="2400" kern="1200" kumimoji="0" lang="zh-CN" noProof="0" normalizeH="0" spc="0">
              <a:latin typeface="仿宋_GB2312" pitchFamily="49" charset="-122"/>
              <a:ea typeface="仿宋_GB2312" pitchFamily="49" charset="-122"/>
              <a:cs typeface="+mn-cs"/>
            </a:endParaRPr>
          </a:p>
          <a:p>
            <a:pPr defTabSz="914400" eaLnBrk="1" hangingPunct="1" marR="0">
              <a:spcBef>
                <a:spcPct val="50000"/>
              </a:spcBef>
              <a:buClrTx/>
              <a:buSzTx/>
              <a:buFontTx/>
            </a:pPr>
            <a:r>
              <a:rPr altLang="en-US" baseline="0" b="1" cap="none" dirty="0" sz="2400" kern="1200" kumimoji="0" lang="zh-CN" noProof="0" normalizeH="0" spc="0">
                <a:solidFill>
                  <a:srgbClr val="0033CC"/>
                </a:solidFill>
                <a:latin typeface="仿宋_GB2312" pitchFamily="49" charset="-122"/>
                <a:ea typeface="仿宋_GB2312" pitchFamily="49" charset="-122"/>
                <a:cs typeface="+mn-cs"/>
              </a:rPr>
              <a:t>应力腐蚀裂纹</a:t>
            </a:r>
            <a:r>
              <a:rPr altLang="en-US" baseline="0" b="1" cap="none" dirty="0" sz="2400" kern="1200" kumimoji="0" lang="zh-CN" noProof="0" normalizeH="0" spc="0">
                <a:latin typeface="仿宋_GB2312" pitchFamily="49" charset="-122"/>
                <a:ea typeface="仿宋_GB2312" pitchFamily="49" charset="-122"/>
                <a:cs typeface="+mn-cs"/>
              </a:rPr>
              <a:t>  处于特定腐蚀介质中且受拉应力作用下产生的裂纹</a:t>
            </a:r>
            <a:endParaRPr altLang="en-US" baseline="0" b="1" cap="none" dirty="0" sz="2400" kern="1200" kumimoji="0" lang="zh-CN" noProof="0" normalizeH="0" spc="0">
              <a:latin typeface="仿宋_GB2312" pitchFamily="49" charset="-122"/>
              <a:ea typeface="仿宋_GB2312" pitchFamily="49" charset="-122"/>
              <a:cs typeface="+mn-cs"/>
            </a:endParaRPr>
          </a:p>
          <a:p>
            <a:pPr defTabSz="914400" eaLnBrk="1" hangingPunct="1" marR="0">
              <a:spcBef>
                <a:spcPct val="50000"/>
              </a:spcBef>
              <a:buClrTx/>
              <a:buSzTx/>
              <a:buFontTx/>
            </a:pPr>
            <a:r>
              <a:rPr altLang="en-US" baseline="0" b="1" cap="none" dirty="0" sz="2400" kern="1200" kumimoji="0" lang="zh-CN" noProof="0" normalizeH="0" spc="0">
                <a:solidFill>
                  <a:srgbClr val="0033CC"/>
                </a:solidFill>
                <a:latin typeface="仿宋_GB2312" pitchFamily="49" charset="-122"/>
                <a:ea typeface="仿宋_GB2312" pitchFamily="49" charset="-122"/>
                <a:cs typeface="+mn-cs"/>
              </a:rPr>
              <a:t>氢损伤、摩擦腐蚀、空化腐蚀</a:t>
            </a:r>
            <a:endParaRPr altLang="en-US" baseline="0" b="1" cap="none" dirty="0" sz="2400" kern="1200" kumimoji="0" lang="zh-CN" noProof="0" normalizeH="0" spc="0">
              <a:solidFill>
                <a:srgbClr val="0033CC"/>
              </a:solidFill>
              <a:latin typeface="仿宋_GB2312" pitchFamily="49" charset="-122"/>
              <a:ea typeface="仿宋_GB2312" pitchFamily="49"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p:grpSpPr>
      <p:sp>
        <p:nvSpPr>
          <p:cNvPr id="1048770"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45</a:t>
            </a:fld>
            <a:endParaRPr altLang="zh-CN" dirty="0" sz="1200" lang="en-US">
              <a:latin typeface="Arial Black" panose="020B0A04020102020204" pitchFamily="34" charset="0"/>
            </a:endParaRPr>
          </a:p>
        </p:txBody>
      </p:sp>
      <p:sp>
        <p:nvSpPr>
          <p:cNvPr id="1048771"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72" name="Rectangle 4"/>
          <p:cNvSpPr/>
          <p:nvPr/>
        </p:nvSpPr>
        <p:spPr>
          <a:xfrm>
            <a:off x="601663" y="1981200"/>
            <a:ext cx="8229600" cy="727075"/>
          </a:xfrm>
          <a:prstGeom prst="rect"/>
          <a:noFill/>
          <a:ln w="9525">
            <a:noFill/>
          </a:ln>
        </p:spPr>
        <p:txBody>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342900" lvl="0" marL="342900"/>
            <a:r>
              <a:rPr altLang="en-US" b="1" dirty="0" lang="zh-CN">
                <a:ea typeface="仿宋_GB2312" pitchFamily="49" charset="-122"/>
              </a:rPr>
              <a:t>无损检测方法的选择</a:t>
            </a:r>
            <a:endParaRPr altLang="en-US" b="1" dirty="0" lang="zh-CN">
              <a:ea typeface="仿宋_GB2312" pitchFamily="49" charset="-122"/>
            </a:endParaRPr>
          </a:p>
        </p:txBody>
      </p:sp>
      <p:sp>
        <p:nvSpPr>
          <p:cNvPr id="1048773" name="Text Box 6"/>
          <p:cNvSpPr txBox="1">
            <a:spLocks noChangeArrowheads="1"/>
          </p:cNvSpPr>
          <p:nvPr/>
        </p:nvSpPr>
        <p:spPr bwMode="auto">
          <a:xfrm>
            <a:off x="755650" y="2781300"/>
            <a:ext cx="7632700" cy="1160463"/>
          </a:xfrm>
          <a:prstGeom prst="rect"/>
          <a:noFill/>
          <a:ln>
            <a:noFill/>
          </a:ln>
          <a:effectLst/>
        </p:spPr>
        <p:txBody>
          <a:bodyPr>
            <a:spAutoFit/>
          </a:bodyPr>
          <a:p>
            <a:pPr defTabSz="914400" eaLnBrk="1" hangingPunct="1" marR="0">
              <a:spcBef>
                <a:spcPct val="50000"/>
              </a:spcBef>
              <a:buClrTx/>
              <a:buSzTx/>
              <a:buFontTx/>
            </a:pPr>
            <a:r>
              <a:rPr altLang="en-US" baseline="0" b="1" cap="none" sz="2800" kern="1200" kumimoji="0" lang="zh-CN" noProof="0" normalizeH="0" spc="0">
                <a:solidFill>
                  <a:srgbClr val="FF0000"/>
                </a:solidFill>
                <a:effectLst>
                  <a:outerShdw algn="tl" blurRad="38100" dir="2700000" dist="38100">
                    <a:srgbClr val="C0C0C0"/>
                  </a:outerShdw>
                </a:effectLst>
                <a:latin typeface="仿宋_GB2312" pitchFamily="49" charset="-122"/>
                <a:ea typeface="仿宋_GB2312" pitchFamily="49" charset="-122"/>
                <a:cs typeface="+mn-cs"/>
              </a:rPr>
              <a:t>锅炉压力容器</a:t>
            </a:r>
            <a:r>
              <a:rPr altLang="en-US" baseline="0" b="1" cap="none" sz="2800" kern="1200" kumimoji="0" lang="zh-CN" noProof="0" normalizeH="0" spc="0">
                <a:solidFill>
                  <a:srgbClr val="0033CC"/>
                </a:solidFill>
                <a:effectLst>
                  <a:outerShdw algn="tl" blurRad="38100" dir="2700000" dist="38100">
                    <a:srgbClr val="C0C0C0"/>
                  </a:outerShdw>
                </a:effectLst>
                <a:latin typeface="仿宋_GB2312" pitchFamily="49" charset="-122"/>
                <a:ea typeface="仿宋_GB2312" pitchFamily="49" charset="-122"/>
                <a:cs typeface="+mn-cs"/>
              </a:rPr>
              <a:t>制造过程中无损检测的应用</a:t>
            </a:r>
            <a:endParaRPr altLang="en-US" baseline="0" b="1" cap="none" sz="2800" kern="1200" kumimoji="0" lang="zh-CN" noProof="0" normalizeH="0" spc="0">
              <a:solidFill>
                <a:srgbClr val="0033CC"/>
              </a:solidFill>
              <a:effectLst>
                <a:outerShdw algn="tl" blurRad="38100" dir="2700000" dist="38100">
                  <a:srgbClr val="C0C0C0"/>
                </a:outerShdw>
              </a:effectLst>
              <a:latin typeface="仿宋_GB2312" pitchFamily="49" charset="-122"/>
              <a:ea typeface="仿宋_GB2312" pitchFamily="49" charset="-122"/>
              <a:cs typeface="+mn-cs"/>
            </a:endParaRPr>
          </a:p>
          <a:p>
            <a:pPr defTabSz="914400" eaLnBrk="1" hangingPunct="1" marR="0">
              <a:spcBef>
                <a:spcPct val="50000"/>
              </a:spcBef>
              <a:buClrTx/>
              <a:buSzTx/>
              <a:buFontTx/>
            </a:pPr>
            <a:r>
              <a:rPr altLang="en-US" baseline="0" b="1" cap="none" sz="2800" kern="1200" kumimoji="0" lang="zh-CN" noProof="0" normalizeH="0" spc="0">
                <a:solidFill>
                  <a:srgbClr val="0033CC"/>
                </a:solidFill>
                <a:effectLst>
                  <a:outerShdw algn="tl" blurRad="38100" dir="2700000" dist="38100">
                    <a:srgbClr val="C0C0C0"/>
                  </a:outerShdw>
                </a:effectLst>
                <a:latin typeface="仿宋_GB2312" pitchFamily="49" charset="-122"/>
                <a:ea typeface="仿宋_GB2312" pitchFamily="49" charset="-122"/>
                <a:cs typeface="+mn-cs"/>
              </a:rPr>
              <a:t>各种无损检测方法与检测对象的适应性如下：</a:t>
            </a:r>
            <a:endParaRPr altLang="en-US" baseline="0" b="1" cap="none" sz="2800" kern="1200" kumimoji="0" lang="zh-CN" noProof="0" normalizeH="0" spc="0">
              <a:solidFill>
                <a:srgbClr val="0033CC"/>
              </a:solidFill>
              <a:effectLst>
                <a:outerShdw algn="tl" blurRad="38100" dir="2700000" dist="38100">
                  <a:srgbClr val="C0C0C0"/>
                </a:outerShdw>
              </a:effectLst>
              <a:latin typeface="仿宋_GB2312" pitchFamily="49" charset="-122"/>
              <a:ea typeface="仿宋_GB2312" pitchFamily="49"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25" name=""/>
        <p:cNvGrpSpPr/>
        <p:nvPr/>
      </p:nvGrpSpPr>
      <p:grpSpPr>
        <a:xfrm/>
      </p:grpSpPr>
      <p:sp>
        <p:nvSpPr>
          <p:cNvPr id="1048774"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46</a:t>
            </a:fld>
            <a:endParaRPr altLang="zh-CN" dirty="0" sz="1200" lang="en-US">
              <a:latin typeface="Arial Black" panose="020B0A04020102020204" pitchFamily="34" charset="0"/>
            </a:endParaRPr>
          </a:p>
        </p:txBody>
      </p:sp>
      <p:sp>
        <p:nvSpPr>
          <p:cNvPr id="1048775"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76" name="Rectangle 4"/>
          <p:cNvSpPr>
            <a:spLocks noChangeArrowheads="1"/>
          </p:cNvSpPr>
          <p:nvPr/>
        </p:nvSpPr>
        <p:spPr bwMode="auto">
          <a:xfrm>
            <a:off x="601663" y="1981200"/>
            <a:ext cx="8229600" cy="727075"/>
          </a:xfrm>
          <a:prstGeom prst="rect"/>
          <a:noFill/>
          <a:ln>
            <a:noFill/>
          </a:ln>
          <a:effectLst/>
        </p:spPr>
        <p:txBody>
          <a:bodyPr/>
          <a:p>
            <a:pPr algn="l" defTabSz="914400" eaLnBrk="1" fontAlgn="base" hangingPunct="1" indent="-342900" latinLnBrk="0" lvl="0" marL="342900" marR="0" rtl="0">
              <a:lnSpc>
                <a:spcPct val="100000"/>
              </a:lnSpc>
              <a:spcBef>
                <a:spcPct val="20000"/>
              </a:spcBef>
              <a:spcAft>
                <a:spcPct val="0"/>
              </a:spcAft>
              <a:buClr>
                <a:schemeClr val="bg2"/>
              </a:buClr>
              <a:buSzPct val="75000"/>
              <a:buFont typeface="Wingdings" panose="05000000000000000000" pitchFamily="2" charset="2"/>
              <a:buChar char="n"/>
            </a:pPr>
            <a:r>
              <a:rPr altLang="en-US" baseline="0" b="1" cap="none" sz="3200" i="0" kern="1200" kumimoji="0" lang="zh-CN" noProof="0" normalizeH="0" spc="0" strike="noStrike" u="none">
                <a:ln>
                  <a:noFill/>
                </a:ln>
                <a:solidFill>
                  <a:schemeClr val="bg2"/>
                </a:solidFill>
                <a:effectLst>
                  <a:outerShdw algn="tl" blurRad="38100" dir="2700000" dist="38100">
                    <a:srgbClr val="C0C0C0"/>
                  </a:outerShdw>
                </a:effectLst>
                <a:uLnTx/>
                <a:uFillTx/>
                <a:latin typeface="Arial" panose="020B0604020202020204" pitchFamily="34" charset="0"/>
                <a:ea typeface="仿宋_GB2312" pitchFamily="49" charset="-122"/>
                <a:cs typeface="+mn-cs"/>
              </a:rPr>
              <a:t>无损检测方法的选择</a:t>
            </a:r>
            <a:endParaRPr altLang="en-US" baseline="0" b="1" cap="none" sz="3200" i="0" kern="1200" kumimoji="0" lang="zh-CN" noProof="0" normalizeH="0" spc="0" strike="noStrike" u="none">
              <a:ln>
                <a:noFill/>
              </a:ln>
              <a:solidFill>
                <a:schemeClr val="bg2"/>
              </a:solidFill>
              <a:effectLst>
                <a:outerShdw algn="tl" blurRad="38100" dir="2700000" dist="38100">
                  <a:srgbClr val="C0C0C0"/>
                </a:outerShdw>
              </a:effectLst>
              <a:uLnTx/>
              <a:uFillTx/>
              <a:latin typeface="Arial" panose="020B0604020202020204" pitchFamily="34" charset="0"/>
              <a:ea typeface="仿宋_GB2312" pitchFamily="49" charset="-122"/>
              <a:cs typeface="+mn-cs"/>
            </a:endParaRPr>
          </a:p>
        </p:txBody>
      </p:sp>
      <p:sp>
        <p:nvSpPr>
          <p:cNvPr id="1048777" name="Text Box 6"/>
          <p:cNvSpPr txBox="1"/>
          <p:nvPr/>
        </p:nvSpPr>
        <p:spPr>
          <a:xfrm>
            <a:off x="1116013" y="2708275"/>
            <a:ext cx="6769100" cy="2600960"/>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原材料检验</a:t>
            </a:r>
            <a:endParaRPr altLang="en-US" b="1" dirty="0" sz="2400" lang="zh-CN">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板材                </a:t>
            </a:r>
            <a:r>
              <a:rPr altLang="zh-CN" b="1" dirty="0" sz="2400" lang="en-US">
                <a:latin typeface="仿宋_GB2312" pitchFamily="49" charset="-122"/>
                <a:ea typeface="仿宋_GB2312" pitchFamily="49" charset="-122"/>
              </a:rPr>
              <a:t>UT</a:t>
            </a:r>
            <a:endParaRPr altLang="zh-CN" b="1" dirty="0" sz="24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锻件                </a:t>
            </a:r>
            <a:r>
              <a:rPr altLang="zh-CN" b="1" dirty="0" sz="2400" lang="en-US">
                <a:latin typeface="仿宋_GB2312" pitchFamily="49" charset="-122"/>
                <a:ea typeface="仿宋_GB2312" pitchFamily="49" charset="-122"/>
              </a:rPr>
              <a:t>UT</a:t>
            </a:r>
            <a:r>
              <a:rPr altLang="en-US" b="1" dirty="0" sz="2400" lang="zh-CN">
                <a:latin typeface="仿宋_GB2312" pitchFamily="49" charset="-122"/>
                <a:ea typeface="仿宋_GB2312" pitchFamily="49" charset="-122"/>
              </a:rPr>
              <a:t>、</a:t>
            </a:r>
            <a:r>
              <a:rPr altLang="zh-CN" b="1" dirty="0" sz="2400" lang="en-US">
                <a:latin typeface="仿宋_GB2312" pitchFamily="49" charset="-122"/>
                <a:ea typeface="仿宋_GB2312" pitchFamily="49" charset="-122"/>
              </a:rPr>
              <a:t>MT(PT)</a:t>
            </a:r>
            <a:endParaRPr altLang="zh-CN" b="1" dirty="0" sz="24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管材                </a:t>
            </a:r>
            <a:r>
              <a:rPr altLang="zh-CN" b="1" dirty="0" sz="2400" lang="en-US">
                <a:latin typeface="仿宋_GB2312" pitchFamily="49" charset="-122"/>
                <a:ea typeface="仿宋_GB2312" pitchFamily="49" charset="-122"/>
              </a:rPr>
              <a:t>UT(RT)</a:t>
            </a:r>
            <a:r>
              <a:rPr altLang="en-US" b="1" dirty="0" sz="2400" lang="zh-CN">
                <a:latin typeface="仿宋_GB2312" pitchFamily="49" charset="-122"/>
                <a:ea typeface="仿宋_GB2312" pitchFamily="49" charset="-122"/>
              </a:rPr>
              <a:t>、</a:t>
            </a:r>
            <a:r>
              <a:rPr altLang="zh-CN" b="1" dirty="0" sz="2400" lang="en-US">
                <a:latin typeface="仿宋_GB2312" pitchFamily="49" charset="-122"/>
                <a:ea typeface="仿宋_GB2312" pitchFamily="49" charset="-122"/>
              </a:rPr>
              <a:t>MT(PT)</a:t>
            </a:r>
            <a:endParaRPr altLang="zh-CN" b="1" dirty="0" sz="24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2400" lang="zh-CN">
                <a:latin typeface="仿宋_GB2312" pitchFamily="49" charset="-122"/>
                <a:ea typeface="仿宋_GB2312" pitchFamily="49" charset="-122"/>
              </a:rPr>
              <a:t>螺栓                </a:t>
            </a:r>
            <a:r>
              <a:rPr altLang="zh-CN" b="1" dirty="0" sz="2400" lang="en-US">
                <a:latin typeface="仿宋_GB2312" pitchFamily="49" charset="-122"/>
                <a:ea typeface="仿宋_GB2312" pitchFamily="49" charset="-122"/>
              </a:rPr>
              <a:t>UT</a:t>
            </a:r>
            <a:r>
              <a:rPr altLang="en-US" b="1" dirty="0" sz="2400" lang="zh-CN">
                <a:latin typeface="仿宋_GB2312" pitchFamily="49" charset="-122"/>
                <a:ea typeface="仿宋_GB2312" pitchFamily="49" charset="-122"/>
              </a:rPr>
              <a:t>、</a:t>
            </a:r>
            <a:r>
              <a:rPr altLang="zh-CN" b="1" dirty="0" sz="2400" lang="en-US">
                <a:latin typeface="仿宋_GB2312" pitchFamily="49" charset="-122"/>
                <a:ea typeface="仿宋_GB2312" pitchFamily="49" charset="-122"/>
              </a:rPr>
              <a:t>MT(PT)</a:t>
            </a:r>
            <a:endParaRPr altLang="zh-CN" b="1" dirty="0" sz="2400" lang="en-US">
              <a:latin typeface="仿宋_GB2312" pitchFamily="49" charset="-122"/>
              <a:ea typeface="仿宋_GB2312"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28" name=""/>
        <p:cNvGrpSpPr/>
        <p:nvPr/>
      </p:nvGrpSpPr>
      <p:grpSpPr>
        <a:xfrm/>
      </p:grpSpPr>
      <p:sp>
        <p:nvSpPr>
          <p:cNvPr id="1048781"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47</a:t>
            </a:fld>
            <a:endParaRPr altLang="zh-CN" dirty="0" sz="1200" lang="en-US">
              <a:latin typeface="Arial Black" panose="020B0A04020102020204" pitchFamily="34" charset="0"/>
            </a:endParaRPr>
          </a:p>
        </p:txBody>
      </p:sp>
      <p:sp>
        <p:nvSpPr>
          <p:cNvPr id="1048782"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83" name="Rectangle 4"/>
          <p:cNvSpPr/>
          <p:nvPr/>
        </p:nvSpPr>
        <p:spPr>
          <a:xfrm>
            <a:off x="611188" y="1700213"/>
            <a:ext cx="8229600" cy="727075"/>
          </a:xfrm>
          <a:prstGeom prst="rect"/>
          <a:noFill/>
          <a:ln w="9525">
            <a:noFill/>
          </a:ln>
        </p:spPr>
        <p:txBody>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342900" lvl="0" marL="342900"/>
            <a:r>
              <a:rPr altLang="en-US" b="1" dirty="0" lang="zh-CN">
                <a:ea typeface="仿宋_GB2312" pitchFamily="49" charset="-122"/>
              </a:rPr>
              <a:t>无损检测方法的选择</a:t>
            </a:r>
            <a:endParaRPr altLang="en-US" b="1" dirty="0" lang="zh-CN">
              <a:ea typeface="仿宋_GB2312" pitchFamily="49" charset="-122"/>
            </a:endParaRPr>
          </a:p>
        </p:txBody>
      </p:sp>
      <p:sp>
        <p:nvSpPr>
          <p:cNvPr id="1048784" name="Text Box 6"/>
          <p:cNvSpPr txBox="1"/>
          <p:nvPr/>
        </p:nvSpPr>
        <p:spPr>
          <a:xfrm>
            <a:off x="755650" y="2349500"/>
            <a:ext cx="7848600" cy="3992880"/>
          </a:xfrm>
          <a:prstGeom prst="rect"/>
          <a:noFill/>
          <a:ln w="9525">
            <a:noFill/>
          </a:ln>
        </p:spPr>
        <p:txBody>
          <a:bodyPr>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焊接检验</a:t>
            </a:r>
            <a:endParaRPr altLang="en-US" b="1" dirty="0" sz="1800" lang="zh-CN">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坡口                  </a:t>
            </a:r>
            <a:r>
              <a:rPr altLang="zh-CN" b="1" dirty="0" sz="1800" lang="en-US">
                <a:latin typeface="仿宋_GB2312" pitchFamily="49" charset="-122"/>
                <a:ea typeface="仿宋_GB2312" pitchFamily="49" charset="-122"/>
              </a:rPr>
              <a:t>UT</a:t>
            </a:r>
            <a:r>
              <a:rPr altLang="en-US" b="1" dirty="0" sz="1800" lang="zh-CN">
                <a:latin typeface="仿宋_GB2312" pitchFamily="49" charset="-122"/>
                <a:ea typeface="仿宋_GB2312" pitchFamily="49" charset="-122"/>
              </a:rPr>
              <a:t>、</a:t>
            </a:r>
            <a:r>
              <a:rPr altLang="zh-CN" b="1" dirty="0" sz="1800" lang="en-US">
                <a:latin typeface="仿宋_GB2312" pitchFamily="49" charset="-122"/>
                <a:ea typeface="仿宋_GB2312" pitchFamily="49" charset="-122"/>
              </a:rPr>
              <a:t>PT(MT)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清根部位              </a:t>
            </a:r>
            <a:r>
              <a:rPr altLang="zh-CN" b="1" dirty="0" sz="1800" lang="en-US">
                <a:latin typeface="仿宋_GB2312" pitchFamily="49" charset="-122"/>
                <a:ea typeface="仿宋_GB2312" pitchFamily="49" charset="-122"/>
              </a:rPr>
              <a:t>PT(MT)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对接焊缝              </a:t>
            </a:r>
            <a:r>
              <a:rPr altLang="zh-CN" b="1" dirty="0" sz="1800" lang="en-US">
                <a:latin typeface="仿宋_GB2312" pitchFamily="49" charset="-122"/>
                <a:ea typeface="仿宋_GB2312" pitchFamily="49" charset="-122"/>
              </a:rPr>
              <a:t>RT(UT</a:t>
            </a:r>
            <a:r>
              <a:rPr altLang="en-US" b="1" dirty="0" sz="1800" lang="zh-CN">
                <a:latin typeface="仿宋_GB2312" pitchFamily="49" charset="-122"/>
                <a:ea typeface="仿宋_GB2312" pitchFamily="49" charset="-122"/>
              </a:rPr>
              <a:t>）、</a:t>
            </a:r>
            <a:r>
              <a:rPr altLang="zh-CN" b="1" dirty="0" sz="1800" lang="en-US">
                <a:latin typeface="仿宋_GB2312" pitchFamily="49" charset="-122"/>
                <a:ea typeface="仿宋_GB2312" pitchFamily="49" charset="-122"/>
              </a:rPr>
              <a:t>MT(PT)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角焊缝和</a:t>
            </a:r>
            <a:r>
              <a:rPr altLang="zh-CN" b="1" dirty="0" sz="1800" lang="en-US">
                <a:latin typeface="仿宋_GB2312" pitchFamily="49" charset="-122"/>
                <a:ea typeface="仿宋_GB2312" pitchFamily="49" charset="-122"/>
              </a:rPr>
              <a:t>T</a:t>
            </a:r>
            <a:r>
              <a:rPr altLang="en-US" b="1" dirty="0" sz="1800" lang="zh-CN">
                <a:latin typeface="仿宋_GB2312" pitchFamily="49" charset="-122"/>
                <a:ea typeface="仿宋_GB2312" pitchFamily="49" charset="-122"/>
              </a:rPr>
              <a:t>型焊缝       </a:t>
            </a:r>
            <a:r>
              <a:rPr altLang="zh-CN" b="1" dirty="0" sz="1800" lang="en-US">
                <a:latin typeface="仿宋_GB2312" pitchFamily="49" charset="-122"/>
                <a:ea typeface="仿宋_GB2312" pitchFamily="49" charset="-122"/>
              </a:rPr>
              <a:t>UT(RT)</a:t>
            </a:r>
            <a:r>
              <a:rPr altLang="en-US" b="1" dirty="0" sz="1800" lang="zh-CN">
                <a:latin typeface="仿宋_GB2312" pitchFamily="49" charset="-122"/>
                <a:ea typeface="仿宋_GB2312" pitchFamily="49" charset="-122"/>
              </a:rPr>
              <a:t>、</a:t>
            </a:r>
            <a:r>
              <a:rPr altLang="zh-CN" b="1" dirty="0" sz="1800" lang="en-US">
                <a:latin typeface="仿宋_GB2312" pitchFamily="49" charset="-122"/>
                <a:ea typeface="仿宋_GB2312" pitchFamily="49" charset="-122"/>
              </a:rPr>
              <a:t>MT(PT)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工卡具焊疤            </a:t>
            </a:r>
            <a:r>
              <a:rPr altLang="zh-CN" b="1" dirty="0" sz="1800" lang="en-US">
                <a:latin typeface="仿宋_GB2312" pitchFamily="49" charset="-122"/>
                <a:ea typeface="仿宋_GB2312" pitchFamily="49" charset="-122"/>
              </a:rPr>
              <a:t>MT(PT)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爆炸复合层           </a:t>
            </a:r>
            <a:r>
              <a:rPr altLang="zh-CN" b="1" dirty="0" sz="1800" lang="en-US">
                <a:latin typeface="仿宋_GB2312" pitchFamily="49" charset="-122"/>
                <a:ea typeface="仿宋_GB2312" pitchFamily="49" charset="-122"/>
              </a:rPr>
              <a:t>VT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坡焊复合层堆焊前      </a:t>
            </a:r>
            <a:r>
              <a:rPr altLang="zh-CN" b="1" dirty="0" sz="1800" lang="en-US">
                <a:latin typeface="仿宋_GB2312" pitchFamily="49" charset="-122"/>
                <a:ea typeface="仿宋_GB2312" pitchFamily="49" charset="-122"/>
              </a:rPr>
              <a:t>MT(PT)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坡焊复合层堆焊后      </a:t>
            </a:r>
            <a:r>
              <a:rPr altLang="zh-CN" b="1" dirty="0" sz="1800" lang="en-US">
                <a:latin typeface="仿宋_GB2312" pitchFamily="49" charset="-122"/>
                <a:ea typeface="仿宋_GB2312" pitchFamily="49" charset="-122"/>
              </a:rPr>
              <a:t>UT</a:t>
            </a:r>
            <a:r>
              <a:rPr altLang="en-US" b="1" dirty="0" sz="1800" lang="zh-CN">
                <a:latin typeface="仿宋_GB2312" pitchFamily="49" charset="-122"/>
                <a:ea typeface="仿宋_GB2312" pitchFamily="49" charset="-122"/>
              </a:rPr>
              <a:t>、</a:t>
            </a:r>
            <a:r>
              <a:rPr altLang="zh-CN" b="1" dirty="0" sz="1800" lang="en-US">
                <a:latin typeface="仿宋_GB2312" pitchFamily="49" charset="-122"/>
                <a:ea typeface="仿宋_GB2312" pitchFamily="49" charset="-122"/>
              </a:rPr>
              <a:t>PT</a:t>
            </a:r>
            <a:endParaRPr altLang="zh-CN" b="1" dirty="0" sz="1800" lang="en-US">
              <a:latin typeface="仿宋_GB2312" pitchFamily="49" charset="-122"/>
              <a:ea typeface="仿宋_GB2312" pitchFamily="49" charset="-122"/>
            </a:endParaRPr>
          </a:p>
          <a:p>
            <a:pPr eaLnBrk="1" hangingPunct="1" indent="0" lvl="0" marL="0">
              <a:spcBef>
                <a:spcPct val="50000"/>
              </a:spcBef>
              <a:buClrTx/>
              <a:buSzTx/>
              <a:buFontTx/>
              <a:buNone/>
            </a:pPr>
            <a:r>
              <a:rPr altLang="en-US" b="1" dirty="0" sz="1800" lang="zh-CN">
                <a:latin typeface="仿宋_GB2312" pitchFamily="49" charset="-122"/>
                <a:ea typeface="仿宋_GB2312" pitchFamily="49" charset="-122"/>
              </a:rPr>
              <a:t>水压试验后            </a:t>
            </a:r>
            <a:r>
              <a:rPr altLang="zh-CN" b="1" dirty="0" sz="1800" lang="en-US">
                <a:latin typeface="仿宋_GB2312" pitchFamily="49" charset="-122"/>
                <a:ea typeface="仿宋_GB2312" pitchFamily="49" charset="-122"/>
              </a:rPr>
              <a:t>MT</a:t>
            </a:r>
            <a:endParaRPr altLang="zh-CN" b="1" dirty="0" sz="1800" lang="en-US">
              <a:latin typeface="仿宋_GB2312" pitchFamily="49" charset="-122"/>
              <a:ea typeface="仿宋_GB2312"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29" name=""/>
        <p:cNvGrpSpPr/>
        <p:nvPr/>
      </p:nvGrpSpPr>
      <p:grpSpPr>
        <a:xfrm/>
      </p:grpSpPr>
      <p:sp>
        <p:nvSpPr>
          <p:cNvPr id="1048785"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48</a:t>
            </a:fld>
            <a:endParaRPr altLang="zh-CN" dirty="0" sz="1200" lang="en-US">
              <a:latin typeface="Arial Black" panose="020B0A04020102020204" pitchFamily="34" charset="0"/>
            </a:endParaRPr>
          </a:p>
        </p:txBody>
      </p:sp>
      <p:sp>
        <p:nvSpPr>
          <p:cNvPr id="1048786"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63" name="Picture 4"/>
          <p:cNvPicPr>
            <a:picLocks noChangeAspect="1"/>
          </p:cNvPicPr>
          <p:nvPr/>
        </p:nvPicPr>
        <p:blipFill>
          <a:blip xmlns:r="http://schemas.openxmlformats.org/officeDocument/2006/relationships" r:embed="rId1"/>
          <a:srcRect l="18893" t="17938" r="39180" b="30083"/>
          <a:stretch>
            <a:fillRect/>
          </a:stretch>
        </p:blipFill>
        <p:spPr>
          <a:xfrm>
            <a:off x="827088" y="981075"/>
            <a:ext cx="7345362" cy="5691188"/>
          </a:xfrm>
          <a:prstGeom prst="rect"/>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p:grpSpPr>
      <p:sp>
        <p:nvSpPr>
          <p:cNvPr id="1048787"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49</a:t>
            </a:fld>
            <a:endParaRPr altLang="zh-CN" dirty="0" sz="1200" lang="en-US">
              <a:latin typeface="Arial Black" panose="020B0A04020102020204" pitchFamily="34" charset="0"/>
            </a:endParaRPr>
          </a:p>
        </p:txBody>
      </p:sp>
      <p:sp>
        <p:nvSpPr>
          <p:cNvPr id="1048788"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pic>
        <p:nvPicPr>
          <p:cNvPr id="2097164" name="Picture 5"/>
          <p:cNvPicPr>
            <a:picLocks noChangeAspect="1"/>
          </p:cNvPicPr>
          <p:nvPr/>
        </p:nvPicPr>
        <p:blipFill>
          <a:blip xmlns:r="http://schemas.openxmlformats.org/officeDocument/2006/relationships" r:embed="rId1"/>
          <a:srcRect l="23033" t="17937" r="41524" b="35542"/>
          <a:stretch>
            <a:fillRect/>
          </a:stretch>
        </p:blipFill>
        <p:spPr>
          <a:xfrm>
            <a:off x="1258888" y="1052513"/>
            <a:ext cx="6913562" cy="5672137"/>
          </a:xfrm>
          <a:prstGeom prst="rect"/>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32" name=""/>
        <p:cNvGrpSpPr/>
        <p:nvPr/>
      </p:nvGrpSpPr>
      <p:grpSpPr>
        <a:xfrm/>
      </p:grpSpPr>
      <p:pic>
        <p:nvPicPr>
          <p:cNvPr id="2097165" name="图片 2097151"/>
          <p:cNvPicPr>
            <a:picLocks/>
          </p:cNvPicPr>
          <p:nvPr/>
        </p:nvPicPr>
        <p:blipFill>
          <a:blip xmlns:r="http://schemas.openxmlformats.org/officeDocument/2006/relationships" r:embed="rId1"/>
          <a:stretch>
            <a:fillRect/>
          </a:stretch>
        </p:blipFill>
        <p:spPr>
          <a:xfrm>
            <a:off x="25400" y="63500"/>
            <a:ext cx="9144000" cy="6821488"/>
          </a:xfrm>
          <a:prstGeom prst="rect"/>
          <a:noFill/>
          <a:ln w="9525">
            <a:noFill/>
          </a:ln>
        </p:spPr>
      </p:pic>
      <p:sp>
        <p:nvSpPr>
          <p:cNvPr id="1048794" name="内容占位符 1048600"/>
          <p:cNvSpPr>
            <a:spLocks noGrp="1"/>
          </p:cNvSpPr>
          <p:nvPr>
            <p:ph idx="1"/>
          </p:nvPr>
        </p:nvSpPr>
        <p:spPr>
          <a:xfrm>
            <a:off x="395288" y="333375"/>
            <a:ext cx="8229600" cy="3216275"/>
          </a:xfrm>
        </p:spPr>
        <p:txBody>
          <a:bodyPr anchor="t" bIns="45720" lIns="91440" rIns="91440" tIns="45720" vert="horz" wrap="square"/>
          <a:p>
            <a:pPr algn="just" eaLnBrk="1" hangingPunct="1" latinLnBrk="1">
              <a:buSzPct val="100000"/>
              <a:buFont typeface="Arial" panose="020B0604020202020204" pitchFamily="34" charset="0"/>
              <a:buNone/>
            </a:pP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              统计资料显示</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经过无损检测后的产品增值情况大致是</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机械产品为</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5%,</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国防、宇航、原子能产品为</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12%</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18%,</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火箭为</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20%</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左右。德国奔驰公司汽车几千个零件经过无损检测后</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整车运行公里数提高了一倍。</a:t>
            </a:r>
            <a:endPar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endParaRPr>
          </a:p>
          <a:p>
            <a:pPr algn="just" eaLnBrk="1" hangingPunct="1" latinLnBrk="1">
              <a:buSzPct val="100000"/>
              <a:buFont typeface="Arial" panose="020B0604020202020204" pitchFamily="34" charset="0"/>
              <a:buNone/>
            </a:pP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              </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人们可能会对这些数字的准确和精确程度提出疑问</a:t>
            </a:r>
            <a:r>
              <a:rPr altLang="zh-CN" b="1" dirty="0" sz="2800" lang="en-US">
                <a:solidFill>
                  <a:srgbClr val="0D0D0D"/>
                </a:solidFill>
                <a:latin typeface="黑体" panose="02010609060101010101" pitchFamily="49" charset="-122"/>
                <a:ea typeface="黑体" panose="02010609060101010101" pitchFamily="49" charset="-122"/>
                <a:sym typeface="Arial" panose="020B0604020202020204" pitchFamily="34" charset="0"/>
              </a:rPr>
              <a:t>,</a:t>
            </a:r>
            <a:r>
              <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rPr>
              <a:t>但对无损检测技术的重要作用却是不会有任何怀疑的。</a:t>
            </a:r>
            <a:endParaRPr altLang="en-US" b="1" dirty="0" sz="2800" lang="zh-CN">
              <a:solidFill>
                <a:srgbClr val="0D0D0D"/>
              </a:solidFill>
              <a:latin typeface="黑体" panose="02010609060101010101" pitchFamily="49" charset="-122"/>
              <a:ea typeface="黑体" panose="02010609060101010101" pitchFamily="49" charset="-122"/>
              <a:sym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33" name=""/>
        <p:cNvGrpSpPr/>
        <p:nvPr/>
      </p:nvGrpSpPr>
      <p:grpSpPr>
        <a:xfrm/>
      </p:grpSpPr>
      <p:sp>
        <p:nvSpPr>
          <p:cNvPr id="1048795"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51</a:t>
            </a:fld>
            <a:endParaRPr altLang="zh-CN" dirty="0" sz="1200" lang="en-US">
              <a:latin typeface="Arial Black" panose="020B0A04020102020204" pitchFamily="34" charset="0"/>
            </a:endParaRPr>
          </a:p>
        </p:txBody>
      </p:sp>
      <p:sp>
        <p:nvSpPr>
          <p:cNvPr id="1048796"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p:sp>
        <p:nvSpPr>
          <p:cNvPr id="1048797" name="Rectangle 4"/>
          <p:cNvSpPr/>
          <p:nvPr/>
        </p:nvSpPr>
        <p:spPr>
          <a:xfrm>
            <a:off x="323850" y="2010899"/>
            <a:ext cx="8171286" cy="3606140"/>
          </a:xfrm>
          <a:prstGeom prst="rect"/>
          <a:noFill/>
          <a:ln w="9525">
            <a:noFill/>
          </a:ln>
        </p:spPr>
        <p:txBody>
          <a:bodyPr anchor="ctr" bIns="0" lIns="71415" rIns="0" tIns="85698" wrap="none">
            <a:spAutoFit/>
          </a:bodyPr>
          <a:lstStyle>
            <a:lvl1pPr algn="l" eaLnBrk="0" fontAlgn="base" hangingPunct="0" indent="-342900" marL="342900" rtl="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algn="l" eaLnBrk="0" fontAlgn="base" hangingPunct="0" indent="-285750" marL="742950" rtl="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algn="l" eaLnBrk="0" fontAlgn="base" hangingPunct="0" indent="-228600" marL="1143000" rtl="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algn="l" eaLnBrk="0" fontAlgn="base" hangingPunct="0" indent="-228600" marL="1600200" rtl="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algn="l" eaLnBrk="0" fontAlgn="base" hangingPunct="0" indent="-228600" marL="2057400" rtl="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eaLnBrk="1" hangingPunct="1" indent="0" lvl="0" marL="0">
              <a:lnSpc>
                <a:spcPct val="120000"/>
              </a:lnSpc>
              <a:spcBef>
                <a:spcPct val="0"/>
              </a:spcBef>
              <a:buClrTx/>
              <a:buSzTx/>
              <a:buFontTx/>
              <a:buNone/>
            </a:pPr>
            <a:r>
              <a:rPr altLang="zh-CN" b="1" dirty="0" sz="2800" lang="en-US">
                <a:latin typeface="仿宋_GB2312" pitchFamily="49" charset="-122"/>
                <a:ea typeface="仿宋_GB2312" pitchFamily="49" charset="-122"/>
              </a:rPr>
              <a:t>1.</a:t>
            </a:r>
            <a:r>
              <a:rPr altLang="en-US" b="1" dirty="0" sz="2800" lang="zh-CN">
                <a:latin typeface="仿宋_GB2312" pitchFamily="49" charset="-122"/>
                <a:ea typeface="仿宋_GB2312" pitchFamily="49" charset="-122"/>
              </a:rPr>
              <a:t>无损检测资讯网 </a:t>
            </a:r>
            <a:r>
              <a:rPr altLang="zh-CN" b="1" dirty="0" sz="2800" lang="en-US">
                <a:latin typeface="仿宋_GB2312" pitchFamily="49" charset="-122"/>
                <a:ea typeface="仿宋_GB2312" pitchFamily="49" charset="-122"/>
                <a:hlinkClick r:id="rId1"/>
              </a:rPr>
              <a:t>www.ndtinfo.net</a:t>
            </a:r>
            <a:r>
              <a:rPr altLang="zh-CN" b="1" dirty="0" sz="2800" lang="en-US">
                <a:latin typeface="仿宋_GB2312" pitchFamily="49" charset="-122"/>
                <a:ea typeface="仿宋_GB2312" pitchFamily="49" charset="-122"/>
              </a:rPr>
              <a:t> </a:t>
            </a:r>
            <a:endParaRPr altLang="zh-CN" b="1" dirty="0" sz="2800" lang="en-US">
              <a:latin typeface="仿宋_GB2312" pitchFamily="49" charset="-122"/>
              <a:ea typeface="仿宋_GB2312" pitchFamily="49" charset="-122"/>
            </a:endParaRPr>
          </a:p>
          <a:p>
            <a:pPr eaLnBrk="1" hangingPunct="1" indent="0" lvl="0" marL="0">
              <a:lnSpc>
                <a:spcPct val="120000"/>
              </a:lnSpc>
              <a:spcBef>
                <a:spcPct val="0"/>
              </a:spcBef>
              <a:buClrTx/>
              <a:buSzTx/>
              <a:buFontTx/>
              <a:buNone/>
            </a:pPr>
            <a:r>
              <a:rPr altLang="zh-CN" b="1" dirty="0" sz="2800" lang="en-US">
                <a:latin typeface="仿宋_GB2312" pitchFamily="49" charset="-122"/>
                <a:ea typeface="仿宋_GB2312" pitchFamily="49" charset="-122"/>
              </a:rPr>
              <a:t>2.</a:t>
            </a:r>
            <a:r>
              <a:rPr altLang="en-US" b="1" dirty="0" sz="2800" lang="zh-CN">
                <a:latin typeface="仿宋_GB2312" pitchFamily="49" charset="-122"/>
                <a:ea typeface="仿宋_GB2312" pitchFamily="49" charset="-122"/>
              </a:rPr>
              <a:t>无损检测学会信息网 </a:t>
            </a:r>
            <a:r>
              <a:rPr altLang="zh-CN" b="1" dirty="0" sz="2800" lang="en-US">
                <a:latin typeface="仿宋_GB2312" pitchFamily="49" charset="-122"/>
                <a:ea typeface="仿宋_GB2312" pitchFamily="49" charset="-122"/>
                <a:hlinkClick r:id="rId2"/>
              </a:rPr>
              <a:t>www.chsndt.com</a:t>
            </a:r>
            <a:r>
              <a:rPr altLang="zh-CN" b="1" dirty="0" sz="2800" lang="en-US">
                <a:latin typeface="仿宋_GB2312" pitchFamily="49" charset="-122"/>
                <a:ea typeface="仿宋_GB2312" pitchFamily="49" charset="-122"/>
              </a:rPr>
              <a:t> </a:t>
            </a:r>
            <a:endParaRPr altLang="zh-CN" b="1" dirty="0" sz="2800" lang="en-US">
              <a:latin typeface="仿宋_GB2312" pitchFamily="49" charset="-122"/>
              <a:ea typeface="仿宋_GB2312" pitchFamily="49" charset="-122"/>
            </a:endParaRPr>
          </a:p>
          <a:p>
            <a:pPr eaLnBrk="1" hangingPunct="1" indent="0" lvl="0" marL="0">
              <a:lnSpc>
                <a:spcPct val="120000"/>
              </a:lnSpc>
              <a:spcBef>
                <a:spcPct val="0"/>
              </a:spcBef>
              <a:buClrTx/>
              <a:buSzTx/>
              <a:buFontTx/>
              <a:buNone/>
            </a:pPr>
            <a:r>
              <a:rPr altLang="zh-CN" b="1" dirty="0" sz="2800" lang="en-US">
                <a:latin typeface="仿宋_GB2312" pitchFamily="49" charset="-122"/>
                <a:ea typeface="仿宋_GB2312" pitchFamily="49" charset="-122"/>
              </a:rPr>
              <a:t>3.</a:t>
            </a:r>
            <a:r>
              <a:rPr altLang="en-US" b="1" dirty="0" sz="2800" lang="zh-CN">
                <a:latin typeface="仿宋_GB2312" pitchFamily="49" charset="-122"/>
                <a:ea typeface="仿宋_GB2312" pitchFamily="49" charset="-122"/>
              </a:rPr>
              <a:t>中国无损检测人才网 </a:t>
            </a:r>
            <a:r>
              <a:rPr altLang="zh-CN" b="1" dirty="0" sz="2800" lang="en-US">
                <a:latin typeface="仿宋_GB2312" pitchFamily="49" charset="-122"/>
                <a:ea typeface="仿宋_GB2312" pitchFamily="49" charset="-122"/>
              </a:rPr>
              <a:t>ndt.baidajob.com </a:t>
            </a:r>
            <a:endParaRPr altLang="zh-CN" b="1" dirty="0" sz="2800" lang="en-US">
              <a:latin typeface="仿宋_GB2312" pitchFamily="49" charset="-122"/>
              <a:ea typeface="仿宋_GB2312" pitchFamily="49" charset="-122"/>
            </a:endParaRPr>
          </a:p>
          <a:p>
            <a:pPr eaLnBrk="1" hangingPunct="1" indent="0" lvl="0" marL="0">
              <a:lnSpc>
                <a:spcPct val="120000"/>
              </a:lnSpc>
              <a:spcBef>
                <a:spcPct val="0"/>
              </a:spcBef>
              <a:buClrTx/>
              <a:buSzTx/>
              <a:buFontTx/>
              <a:buNone/>
            </a:pPr>
            <a:r>
              <a:rPr altLang="zh-CN" b="1" dirty="0" sz="2800" lang="en-US">
                <a:latin typeface="仿宋_GB2312" pitchFamily="49" charset="-122"/>
                <a:ea typeface="仿宋_GB2312" pitchFamily="49" charset="-122"/>
              </a:rPr>
              <a:t>4.</a:t>
            </a:r>
            <a:r>
              <a:rPr altLang="en-US" b="1" dirty="0" sz="2800" lang="zh-CN">
                <a:latin typeface="仿宋_GB2312" pitchFamily="49" charset="-122"/>
                <a:ea typeface="仿宋_GB2312" pitchFamily="49" charset="-122"/>
              </a:rPr>
              <a:t>无损检测标准网 </a:t>
            </a:r>
            <a:r>
              <a:rPr altLang="zh-CN" b="1" dirty="0" sz="2800" lang="en-US">
                <a:latin typeface="仿宋_GB2312" pitchFamily="49" charset="-122"/>
                <a:ea typeface="仿宋_GB2312" pitchFamily="49" charset="-122"/>
                <a:hlinkClick r:id="rId3"/>
              </a:rPr>
              <a:t>www.chinandt.org.cn</a:t>
            </a:r>
            <a:r>
              <a:rPr altLang="zh-CN" b="1" dirty="0" sz="2800" lang="en-US">
                <a:latin typeface="仿宋_GB2312" pitchFamily="49" charset="-122"/>
                <a:ea typeface="仿宋_GB2312" pitchFamily="49" charset="-122"/>
              </a:rPr>
              <a:t> </a:t>
            </a:r>
            <a:endParaRPr altLang="zh-CN" b="1" dirty="0" sz="2800" lang="en-US">
              <a:latin typeface="仿宋_GB2312" pitchFamily="49" charset="-122"/>
              <a:ea typeface="仿宋_GB2312" pitchFamily="49" charset="-122"/>
            </a:endParaRPr>
          </a:p>
          <a:p>
            <a:pPr eaLnBrk="1" hangingPunct="1" indent="0" lvl="0" marL="0">
              <a:lnSpc>
                <a:spcPct val="120000"/>
              </a:lnSpc>
              <a:spcBef>
                <a:spcPct val="0"/>
              </a:spcBef>
              <a:buClrTx/>
              <a:buSzTx/>
              <a:buFontTx/>
              <a:buNone/>
            </a:pPr>
            <a:r>
              <a:rPr altLang="zh-CN" b="1" dirty="0" sz="2800" lang="en-US">
                <a:latin typeface="仿宋_GB2312" pitchFamily="49" charset="-122"/>
                <a:ea typeface="仿宋_GB2312" pitchFamily="49" charset="-122"/>
              </a:rPr>
              <a:t>5.</a:t>
            </a:r>
            <a:r>
              <a:rPr altLang="en-US" b="1" dirty="0" sz="2800" lang="zh-CN">
                <a:latin typeface="仿宋_GB2312" pitchFamily="49" charset="-122"/>
                <a:ea typeface="仿宋_GB2312" pitchFamily="49" charset="-122"/>
              </a:rPr>
              <a:t>无损检测论坛 </a:t>
            </a:r>
            <a:r>
              <a:rPr altLang="zh-CN" b="1" dirty="0" sz="2800" lang="en-US">
                <a:latin typeface="仿宋_GB2312" pitchFamily="49" charset="-122"/>
                <a:ea typeface="仿宋_GB2312" pitchFamily="49" charset="-122"/>
              </a:rPr>
              <a:t>inspect.cn </a:t>
            </a:r>
            <a:endParaRPr altLang="zh-CN" b="1" dirty="0" sz="2800" lang="en-US">
              <a:latin typeface="仿宋_GB2312" pitchFamily="49" charset="-122"/>
              <a:ea typeface="仿宋_GB2312" pitchFamily="49" charset="-122"/>
            </a:endParaRPr>
          </a:p>
          <a:p>
            <a:pPr eaLnBrk="1" hangingPunct="1" indent="0" lvl="0" marL="0">
              <a:lnSpc>
                <a:spcPct val="120000"/>
              </a:lnSpc>
              <a:spcBef>
                <a:spcPct val="0"/>
              </a:spcBef>
              <a:buClrTx/>
              <a:buSzTx/>
              <a:buFontTx/>
              <a:buNone/>
            </a:pPr>
            <a:r>
              <a:rPr altLang="zh-CN" b="1" dirty="0" sz="2800" lang="en-US">
                <a:latin typeface="仿宋_GB2312" pitchFamily="49" charset="-122"/>
                <a:ea typeface="仿宋_GB2312" pitchFamily="49" charset="-122"/>
              </a:rPr>
              <a:t>6.</a:t>
            </a:r>
            <a:r>
              <a:rPr altLang="en-US" b="1" dirty="0" sz="2800" lang="zh-CN">
                <a:latin typeface="仿宋_GB2312" pitchFamily="49" charset="-122"/>
                <a:ea typeface="仿宋_GB2312" pitchFamily="49" charset="-122"/>
              </a:rPr>
              <a:t>湖南省劳动人事学校无损检测专业 </a:t>
            </a:r>
            <a:r>
              <a:rPr altLang="zh-CN" b="1" dirty="0" sz="2800" lang="en-US">
                <a:latin typeface="仿宋_GB2312" pitchFamily="49" charset="-122"/>
                <a:ea typeface="仿宋_GB2312" pitchFamily="49" charset="-122"/>
                <a:hlinkClick r:id="rId4"/>
              </a:rPr>
              <a:t>www.hnlrx.net</a:t>
            </a:r>
            <a:r>
              <a:rPr altLang="zh-CN" b="1" dirty="0" sz="2800" lang="en-US">
                <a:latin typeface="仿宋_GB2312" pitchFamily="49" charset="-122"/>
                <a:ea typeface="仿宋_GB2312" pitchFamily="49" charset="-122"/>
              </a:rPr>
              <a:t> </a:t>
            </a:r>
            <a:endParaRPr altLang="zh-CN" b="1" dirty="0" sz="2800" lang="en-US">
              <a:latin typeface="仿宋_GB2312" pitchFamily="49" charset="-122"/>
              <a:ea typeface="仿宋_GB2312" pitchFamily="49" charset="-122"/>
            </a:endParaRPr>
          </a:p>
          <a:p>
            <a:pPr indent="0" lvl="0" marL="0">
              <a:lnSpc>
                <a:spcPct val="120000"/>
              </a:lnSpc>
              <a:spcBef>
                <a:spcPct val="0"/>
              </a:spcBef>
              <a:buClrTx/>
              <a:buSzTx/>
              <a:buFontTx/>
              <a:buNone/>
            </a:pPr>
            <a:endParaRPr altLang="zh-CN" b="1" dirty="0" sz="2800" lang="en-US">
              <a:latin typeface="仿宋_GB2312" pitchFamily="49" charset="-122"/>
              <a:ea typeface="仿宋_GB2312" pitchFamily="49" charset="-122"/>
            </a:endParaRPr>
          </a:p>
        </p:txBody>
      </p:sp>
      <p:sp>
        <p:nvSpPr>
          <p:cNvPr id="1048798" name="Text Box 7"/>
          <p:cNvSpPr txBox="1">
            <a:spLocks noChangeArrowheads="1"/>
          </p:cNvSpPr>
          <p:nvPr/>
        </p:nvSpPr>
        <p:spPr bwMode="auto">
          <a:xfrm>
            <a:off x="2627313" y="1196975"/>
            <a:ext cx="3457575" cy="762000"/>
          </a:xfrm>
          <a:prstGeom prst="rect"/>
          <a:noFill/>
          <a:ln>
            <a:noFill/>
          </a:ln>
          <a:effectLst/>
        </p:spPr>
        <p:txBody>
          <a:bodyPr>
            <a:spAutoFit/>
          </a:bodyPr>
          <a:p>
            <a:pPr defTabSz="914400" eaLnBrk="1" hangingPunct="1" marR="0">
              <a:spcBef>
                <a:spcPct val="50000"/>
              </a:spcBef>
              <a:buClrTx/>
              <a:buSzTx/>
              <a:buFontTx/>
            </a:pPr>
            <a:r>
              <a:rPr altLang="en-US" baseline="0" b="1" cap="none" sz="4400" kern="1200" kumimoji="0" lang="zh-CN" noProof="0" normalizeH="0" spc="0">
                <a:effectLst>
                  <a:outerShdw algn="tl" blurRad="38100" dir="2700000" dist="38100">
                    <a:srgbClr val="C0C0C0"/>
                  </a:outerShdw>
                </a:effectLst>
                <a:latin typeface="Arial" panose="020B0604020202020204" pitchFamily="34" charset="0"/>
                <a:ea typeface="楷体_GB2312" charset="-122"/>
                <a:cs typeface="+mn-cs"/>
              </a:rPr>
              <a:t>参考资料</a:t>
            </a:r>
            <a:endParaRPr altLang="en-US" baseline="0" b="1" cap="none" sz="4400" kern="1200" kumimoji="0" lang="zh-CN" noProof="0" normalizeH="0" spc="0">
              <a:effectLst>
                <a:outerShdw algn="tl" blurRad="38100" dir="2700000" dist="38100">
                  <a:srgbClr val="C0C0C0"/>
                </a:outerShdw>
              </a:effectLst>
              <a:latin typeface="Arial" panose="020B0604020202020204" pitchFamily="34" charset="0"/>
              <a:ea typeface="楷体_GB2312"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34" name=""/>
        <p:cNvGrpSpPr/>
        <p:nvPr/>
      </p:nvGrpSpPr>
      <p:grpSpPr>
        <a:xfrm/>
      </p:grpSpPr>
      <p:sp>
        <p:nvSpPr>
          <p:cNvPr id="1048799" name="标题 1"/>
          <p:cNvSpPr>
            <a:spLocks noGrp="1"/>
          </p:cNvSpPr>
          <p:nvPr>
            <p:ph type="title"/>
          </p:nvPr>
        </p:nvSpPr>
        <p:spPr>
          <a:xfrm>
            <a:off x="395288" y="620713"/>
            <a:ext cx="8229600" cy="1371600"/>
          </a:xfrm>
        </p:spPr>
        <p:txBody>
          <a:bodyPr anchor="ctr" bIns="45720" lIns="91440" rIns="91440" tIns="45720" vert="horz" wrap="square"/>
          <a:p>
            <a:pPr algn="ctr" eaLnBrk="1" hangingPunct="1"/>
            <a:r>
              <a:rPr altLang="en-US" b="1" dirty="0" sz="6000" lang="zh-CN">
                <a:latin typeface="黑体" panose="02010609060101010101" pitchFamily="49" charset="-122"/>
                <a:ea typeface="黑体" panose="02010609060101010101" pitchFamily="49" charset="-122"/>
              </a:rPr>
              <a:t>课后作业</a:t>
            </a:r>
            <a:endParaRPr altLang="en-US" b="1" dirty="0" sz="6000" lang="zh-CN">
              <a:latin typeface="黑体" panose="02010609060101010101" pitchFamily="49" charset="-122"/>
              <a:ea typeface="黑体" panose="02010609060101010101" pitchFamily="49" charset="-122"/>
            </a:endParaRPr>
          </a:p>
        </p:txBody>
      </p:sp>
      <p:sp>
        <p:nvSpPr>
          <p:cNvPr id="1048800" name="内容占位符 2"/>
          <p:cNvSpPr>
            <a:spLocks noGrp="1"/>
          </p:cNvSpPr>
          <p:nvPr>
            <p:ph idx="1"/>
          </p:nvPr>
        </p:nvSpPr>
        <p:spPr/>
        <p:txBody>
          <a:bodyPr anchor="t" bIns="45720" lIns="91440" rIns="91440" tIns="45720" vert="horz" wrap="square"/>
          <a:p>
            <a:pPr eaLnBrk="1" hangingPunct="1"/>
            <a:r>
              <a:rPr altLang="en-US" b="1" dirty="0" lang="zh-CN">
                <a:latin typeface="黑体" panose="02010609060101010101" pitchFamily="49" charset="-122"/>
                <a:ea typeface="黑体" panose="02010609060101010101" pitchFamily="49" charset="-122"/>
              </a:rPr>
              <a:t>什么是无损检测？ </a:t>
            </a:r>
            <a:endParaRPr altLang="zh-CN" b="1" dirty="0" lang="en-US">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无损检测的目的是什么？</a:t>
            </a:r>
            <a:endParaRPr altLang="zh-CN" b="1" dirty="0" lang="en-US">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无损检测的常用方法有哪些？</a:t>
            </a:r>
            <a:endParaRPr altLang="zh-CN" b="1" dirty="0" lang="en-US">
              <a:latin typeface="黑体" panose="02010609060101010101" pitchFamily="49" charset="-122"/>
              <a:ea typeface="黑体" panose="02010609060101010101" pitchFamily="49" charset="-122"/>
            </a:endParaRPr>
          </a:p>
          <a:p>
            <a:pPr eaLnBrk="1" hangingPunct="1"/>
            <a:r>
              <a:rPr altLang="en-US" b="1" dirty="0" lang="zh-CN">
                <a:latin typeface="黑体" panose="02010609060101010101" pitchFamily="49" charset="-122"/>
                <a:ea typeface="黑体" panose="02010609060101010101" pitchFamily="49" charset="-122"/>
              </a:rPr>
              <a:t>无损检测的应用举例。</a:t>
            </a:r>
            <a:endParaRPr altLang="en-US" b="1" dirty="0" lang="zh-CN">
              <a:latin typeface="黑体" panose="02010609060101010101" pitchFamily="49" charset="-122"/>
              <a:ea typeface="黑体" panose="02010609060101010101" pitchFamily="49" charset="-122"/>
            </a:endParaRPr>
          </a:p>
        </p:txBody>
      </p:sp>
      <p:sp>
        <p:nvSpPr>
          <p:cNvPr id="1048801" name="灯片编号占位符 4"/>
          <p:cNvSpPr txBox="1">
            <a:spLocks noGrp="1"/>
          </p:cNvSpPr>
          <p:nvPr>
            <p:ph type="sldNum" sz="quarter" idx="10"/>
          </p:nvPr>
        </p:nvSpPr>
        <p:spPr/>
        <p:txBody>
          <a:bodyPr anchor="b"/>
          <a:p>
            <a:pPr algn="r" eaLnBrk="1" hangingPunct="1" indent="0" marL="0">
              <a:spcBef>
                <a:spcPct val="0"/>
              </a:spcBef>
              <a:buClrTx/>
              <a:buSzTx/>
              <a:buFontTx/>
              <a:buNone/>
            </a:pPr>
            <a:fld id="{9A0DB2DC-4C9A-4742-B13C-FB6460FD3503}" type="slidenum">
              <a:rPr altLang="zh-CN" dirty="0" sz="1200" lang="en-US">
                <a:latin typeface="Arial Black" panose="020B0A04020102020204" pitchFamily="34" charset="0"/>
              </a:rPr>
              <a:t>52</a:t>
            </a:fld>
            <a:endParaRPr altLang="zh-CN" dirty="0" sz="1200" lang="en-US">
              <a:latin typeface="Arial Black" panose="020B0A04020102020204" pitchFamily="34" charset="0"/>
            </a:endParaRPr>
          </a:p>
        </p:txBody>
      </p:sp>
      <p:sp>
        <p:nvSpPr>
          <p:cNvPr id="1048802" name="日期占位符 5"/>
          <p:cNvSpPr txBox="1">
            <a:spLocks noGrp="1"/>
          </p:cNvSpPr>
          <p:nvPr>
            <p:ph type="dt" sz="half" idx="11"/>
          </p:nvPr>
        </p:nvSpPr>
        <p:spPr/>
        <p:txBody>
          <a:bodyPr anchor="b"/>
          <a:p>
            <a:pPr eaLnBrk="1" hangingPunct="1" indent="0" marL="0">
              <a:spcBef>
                <a:spcPct val="0"/>
              </a:spcBef>
              <a:buClrTx/>
              <a:buSzTx/>
              <a:buFontTx/>
              <a:buNone/>
            </a:pPr>
            <a:fld id="{BB962C8B-B14F-4D97-AF65-F5344CB8AC3E}" type="datetime1">
              <a:rPr altLang="en-US" dirty="0" sz="1200" lang="zh-CN"/>
              <a:t>2025/3/4</a:t>
            </a:fld>
            <a:endParaRPr altLang="en-US" dirty="0" sz="1200" lang="zh-CN"/>
          </a:p>
        </p:txBody>
      </p:sp>
      <mc:AlternateContent xmlns:mc="http://schemas.openxmlformats.org/markup-compatibility/2006">
        <mc:Choice xmlns:p14="http://schemas.microsoft.com/office/powerpoint/2010/main" Requires="p14">
          <p:contentPart p14:bwMode="auto" r:id="rId1">
            <p14:nvContentPartPr>
              <p14:cNvPr id="1048890" name=""/>
              <p14:cNvContentPartPr/>
              <p14:nvPr/>
            </p14:nvContentPartPr>
            <p14:xfrm>
              <a:off x="5529963" y="2670663"/>
              <a:ext cx="17383" cy="51110"/>
            </p14:xfrm>
          </p:contentPart>
        </mc:Choice>
        <mc:Fallback>
          <p:sp>
            <p:nvSpPr>
              <p:cNvPr id="1048890" name=""/>
              <p:cNvSpPr/>
              <p:nvPr/>
            </p:nvSpPr>
            <p:spPr>
              <a:xfrm>
                <a:off x="5529963" y="2670663"/>
                <a:ext cx="17383" cy="51110"/>
              </a:xfrm>
            </p:spPr>
          </p:sp>
        </mc:Fallback>
      </mc:AlternateContent>
      <mc:AlternateContent xmlns:mc="http://schemas.openxmlformats.org/markup-compatibility/2006">
        <mc:Choice xmlns:p14="http://schemas.microsoft.com/office/powerpoint/2010/main" Requires="p14">
          <p:contentPart p14:bwMode="auto" r:id="rId2">
            <p14:nvContentPartPr>
              <p14:cNvPr id="1048891" name=""/>
              <p14:cNvContentPartPr/>
              <p14:nvPr/>
            </p14:nvContentPartPr>
            <p14:xfrm>
              <a:off x="5444237" y="2760677"/>
              <a:ext cx="122853" cy="186405"/>
            </p14:xfrm>
          </p:contentPart>
        </mc:Choice>
        <mc:Fallback>
          <p:sp>
            <p:nvSpPr>
              <p:cNvPr id="1048891" name=""/>
              <p:cNvSpPr/>
              <p:nvPr/>
            </p:nvSpPr>
            <p:spPr>
              <a:xfrm>
                <a:off x="5444237" y="2760677"/>
                <a:ext cx="122853" cy="186405"/>
              </a:xfrm>
            </p:spPr>
          </p:sp>
        </mc:Fallback>
      </mc:AlternateContent>
      <mc:AlternateContent xmlns:mc="http://schemas.openxmlformats.org/markup-compatibility/2006">
        <mc:Choice xmlns:p14="http://schemas.microsoft.com/office/powerpoint/2010/main" Requires="p14">
          <p:contentPart p14:bwMode="auto" r:id="rId3">
            <p14:nvContentPartPr>
              <p14:cNvPr id="1048892" name=""/>
              <p14:cNvContentPartPr/>
              <p14:nvPr/>
            </p14:nvContentPartPr>
            <p14:xfrm>
              <a:off x="5489198" y="2928438"/>
              <a:ext cx="40595" cy="116820"/>
            </p14:xfrm>
          </p:contentPart>
        </mc:Choice>
        <mc:Fallback>
          <p:sp>
            <p:nvSpPr>
              <p:cNvPr id="1048892" name=""/>
              <p:cNvSpPr/>
              <p:nvPr/>
            </p:nvSpPr>
            <p:spPr>
              <a:xfrm>
                <a:off x="5489198" y="2928438"/>
                <a:ext cx="40595" cy="116820"/>
              </a:xfrm>
            </p:spPr>
          </p:sp>
        </mc:Fallback>
      </mc:AlternateContent>
      <mc:AlternateContent xmlns:mc="http://schemas.openxmlformats.org/markup-compatibility/2006">
        <mc:Choice xmlns:p14="http://schemas.microsoft.com/office/powerpoint/2010/main" Requires="p14">
          <p:contentPart p14:bwMode="auto" r:id="rId4">
            <p14:nvContentPartPr>
              <p14:cNvPr id="1048893" name=""/>
              <p14:cNvContentPartPr/>
              <p14:nvPr/>
            </p14:nvContentPartPr>
            <p14:xfrm>
              <a:off x="5615689" y="2655588"/>
              <a:ext cx="247286" cy="306880"/>
            </p14:xfrm>
          </p:contentPart>
        </mc:Choice>
        <mc:Fallback>
          <p:sp>
            <p:nvSpPr>
              <p:cNvPr id="1048893" name=""/>
              <p:cNvSpPr/>
              <p:nvPr/>
            </p:nvSpPr>
            <p:spPr>
              <a:xfrm>
                <a:off x="5615689" y="2655588"/>
                <a:ext cx="247286" cy="306880"/>
              </a:xfrm>
            </p:spPr>
          </p:sp>
        </mc:Fallback>
      </mc:AlternateContent>
      <mc:AlternateContent xmlns:mc="http://schemas.openxmlformats.org/markup-compatibility/2006">
        <mc:Choice xmlns:p14="http://schemas.microsoft.com/office/powerpoint/2010/main" Requires="p14">
          <p:contentPart p14:bwMode="auto" r:id="rId5">
            <p14:nvContentPartPr>
              <p14:cNvPr id="1048894" name=""/>
              <p14:cNvContentPartPr/>
              <p14:nvPr/>
            </p14:nvContentPartPr>
            <p14:xfrm>
              <a:off x="5874433" y="2572949"/>
              <a:ext cx="112929" cy="265816"/>
            </p14:xfrm>
          </p:contentPart>
        </mc:Choice>
        <mc:Fallback>
          <p:sp>
            <p:nvSpPr>
              <p:cNvPr id="1048894" name=""/>
              <p:cNvSpPr/>
              <p:nvPr/>
            </p:nvSpPr>
            <p:spPr>
              <a:xfrm>
                <a:off x="5874433" y="2572949"/>
                <a:ext cx="112929" cy="265816"/>
              </a:xfrm>
            </p:spPr>
          </p:sp>
        </mc:Fallback>
      </mc:AlternateContent>
      <mc:AlternateContent xmlns:mc="http://schemas.openxmlformats.org/markup-compatibility/2006">
        <mc:Choice xmlns:p14="http://schemas.microsoft.com/office/powerpoint/2010/main" Requires="p14">
          <p:contentPart p14:bwMode="auto" r:id="rId6">
            <p14:nvContentPartPr>
              <p14:cNvPr id="1048895" name=""/>
              <p14:cNvContentPartPr/>
              <p14:nvPr/>
            </p14:nvContentPartPr>
            <p14:xfrm>
              <a:off x="5864469" y="2623931"/>
              <a:ext cx="204608" cy="134255"/>
            </p14:xfrm>
          </p:contentPart>
        </mc:Choice>
        <mc:Fallback>
          <p:sp>
            <p:nvSpPr>
              <p:cNvPr id="1048895" name=""/>
              <p:cNvSpPr/>
              <p:nvPr/>
            </p:nvSpPr>
            <p:spPr>
              <a:xfrm>
                <a:off x="5864469" y="2623931"/>
                <a:ext cx="204608" cy="134255"/>
              </a:xfrm>
            </p:spPr>
          </p:sp>
        </mc:Fallback>
      </mc:AlternateContent>
      <mc:AlternateContent xmlns:mc="http://schemas.openxmlformats.org/markup-compatibility/2006">
        <mc:Choice xmlns:p14="http://schemas.microsoft.com/office/powerpoint/2010/main" Requires="p14">
          <p:contentPart p14:bwMode="auto" r:id="rId7">
            <p14:nvContentPartPr>
              <p14:cNvPr id="1048896" name=""/>
              <p14:cNvContentPartPr/>
              <p14:nvPr/>
            </p14:nvContentPartPr>
            <p14:xfrm>
              <a:off x="5966484" y="2625703"/>
              <a:ext cx="18223" cy="167902"/>
            </p14:xfrm>
          </p:contentPart>
        </mc:Choice>
        <mc:Fallback>
          <p:sp>
            <p:nvSpPr>
              <p:cNvPr id="1048896" name=""/>
              <p:cNvSpPr/>
              <p:nvPr/>
            </p:nvSpPr>
            <p:spPr>
              <a:xfrm>
                <a:off x="5966484" y="2625703"/>
                <a:ext cx="18223" cy="167902"/>
              </a:xfrm>
            </p:spPr>
          </p:sp>
        </mc:Fallback>
      </mc:AlternateContent>
      <mc:AlternateContent xmlns:mc="http://schemas.openxmlformats.org/markup-compatibility/2006">
        <mc:Choice xmlns:p14="http://schemas.microsoft.com/office/powerpoint/2010/main" Requires="p14">
          <p:contentPart p14:bwMode="auto" r:id="rId8">
            <p14:nvContentPartPr>
              <p14:cNvPr id="1048897" name=""/>
              <p14:cNvContentPartPr/>
              <p14:nvPr/>
            </p14:nvContentPartPr>
            <p14:xfrm>
              <a:off x="5961584" y="2711934"/>
              <a:ext cx="140335" cy="75509"/>
            </p14:xfrm>
          </p:contentPart>
        </mc:Choice>
        <mc:Fallback>
          <p:sp>
            <p:nvSpPr>
              <p:cNvPr id="1048897" name=""/>
              <p:cNvSpPr/>
              <p:nvPr/>
            </p:nvSpPr>
            <p:spPr>
              <a:xfrm>
                <a:off x="5961584" y="2711934"/>
                <a:ext cx="140335" cy="75509"/>
              </a:xfrm>
            </p:spPr>
          </p:sp>
        </mc:Fallback>
      </mc:AlternateContent>
      <mc:AlternateContent xmlns:mc="http://schemas.openxmlformats.org/markup-compatibility/2006">
        <mc:Choice xmlns:p14="http://schemas.microsoft.com/office/powerpoint/2010/main" Requires="p14">
          <p:contentPart p14:bwMode="auto" r:id="rId9">
            <p14:nvContentPartPr>
              <p14:cNvPr id="1048898" name=""/>
              <p14:cNvContentPartPr/>
              <p14:nvPr/>
            </p14:nvContentPartPr>
            <p14:xfrm>
              <a:off x="5985600" y="2699438"/>
              <a:ext cx="65306" cy="161346"/>
            </p14:xfrm>
          </p:contentPart>
        </mc:Choice>
        <mc:Fallback>
          <p:sp>
            <p:nvSpPr>
              <p:cNvPr id="1048898" name=""/>
              <p:cNvSpPr/>
              <p:nvPr/>
            </p:nvSpPr>
            <p:spPr>
              <a:xfrm>
                <a:off x="5985600" y="2699438"/>
                <a:ext cx="65306" cy="161346"/>
              </a:xfrm>
            </p:spPr>
          </p:sp>
        </mc:Fallback>
      </mc:AlternateContent>
      <mc:AlternateContent xmlns:mc="http://schemas.openxmlformats.org/markup-compatibility/2006">
        <mc:Choice xmlns:p14="http://schemas.microsoft.com/office/powerpoint/2010/main" Requires="p14">
          <p:contentPart p14:bwMode="auto" r:id="rId10">
            <p14:nvContentPartPr>
              <p14:cNvPr id="1048899" name=""/>
              <p14:cNvContentPartPr/>
              <p14:nvPr/>
            </p14:nvContentPartPr>
            <p14:xfrm>
              <a:off x="6052105" y="2795354"/>
              <a:ext cx="67998" cy="38684"/>
            </p14:xfrm>
          </p:contentPart>
        </mc:Choice>
        <mc:Fallback>
          <p:sp>
            <p:nvSpPr>
              <p:cNvPr id="1048899" name=""/>
              <p:cNvSpPr/>
              <p:nvPr/>
            </p:nvSpPr>
            <p:spPr>
              <a:xfrm>
                <a:off x="6052105" y="2795354"/>
                <a:ext cx="67998" cy="38684"/>
              </a:xfrm>
            </p:spPr>
          </p:sp>
        </mc:Fallback>
      </mc:AlternateContent>
      <mc:AlternateContent xmlns:mc="http://schemas.openxmlformats.org/markup-compatibility/2006">
        <mc:Choice xmlns:p14="http://schemas.microsoft.com/office/powerpoint/2010/main" Requires="p14">
          <p:contentPart p14:bwMode="auto" r:id="rId11">
            <p14:nvContentPartPr>
              <p14:cNvPr id="1048900" name=""/>
              <p14:cNvContentPartPr/>
              <p14:nvPr/>
            </p14:nvContentPartPr>
            <p14:xfrm>
              <a:off x="6151618" y="2528587"/>
              <a:ext cx="20538" cy="86059"/>
            </p14:xfrm>
          </p:contentPart>
        </mc:Choice>
        <mc:Fallback>
          <p:sp>
            <p:nvSpPr>
              <p:cNvPr id="1048900" name=""/>
              <p:cNvSpPr/>
              <p:nvPr/>
            </p:nvSpPr>
            <p:spPr>
              <a:xfrm>
                <a:off x="6151618" y="2528587"/>
                <a:ext cx="20538" cy="86059"/>
              </a:xfrm>
            </p:spPr>
          </p:sp>
        </mc:Fallback>
      </mc:AlternateContent>
      <mc:AlternateContent xmlns:mc="http://schemas.openxmlformats.org/markup-compatibility/2006">
        <mc:Choice xmlns:p14="http://schemas.microsoft.com/office/powerpoint/2010/main" Requires="p14">
          <p:contentPart p14:bwMode="auto" r:id="rId12">
            <p14:nvContentPartPr>
              <p14:cNvPr id="1048901" name=""/>
              <p14:cNvContentPartPr/>
              <p14:nvPr/>
            </p14:nvContentPartPr>
            <p14:xfrm>
              <a:off x="6121237" y="2436268"/>
              <a:ext cx="253711" cy="323531"/>
            </p14:xfrm>
          </p:contentPart>
        </mc:Choice>
        <mc:Fallback>
          <p:sp>
            <p:nvSpPr>
              <p:cNvPr id="1048901" name=""/>
              <p:cNvSpPr/>
              <p:nvPr/>
            </p:nvSpPr>
            <p:spPr>
              <a:xfrm>
                <a:off x="6121237" y="2436268"/>
                <a:ext cx="253711" cy="323531"/>
              </a:xfrm>
            </p:spPr>
          </p:sp>
        </mc:Fallback>
      </mc:AlternateContent>
      <mc:AlternateContent xmlns:mc="http://schemas.openxmlformats.org/markup-compatibility/2006">
        <mc:Choice xmlns:p14="http://schemas.microsoft.com/office/powerpoint/2010/main" Requires="p14">
          <p:contentPart p14:bwMode="auto" r:id="rId13">
            <p14:nvContentPartPr>
              <p14:cNvPr id="1048902" name=""/>
              <p14:cNvContentPartPr/>
              <p14:nvPr/>
            </p14:nvContentPartPr>
            <p14:xfrm>
              <a:off x="6414188" y="2700037"/>
              <a:ext cx="2997" cy="19183"/>
            </p14:xfrm>
          </p:contentPart>
        </mc:Choice>
        <mc:Fallback>
          <p:sp>
            <p:nvSpPr>
              <p:cNvPr id="1048902" name=""/>
              <p:cNvSpPr/>
              <p:nvPr/>
            </p:nvSpPr>
            <p:spPr>
              <a:xfrm>
                <a:off x="6414188" y="2700037"/>
                <a:ext cx="2997" cy="19183"/>
              </a:xfrm>
            </p:spPr>
          </p:sp>
        </mc:Fallback>
      </mc:AlternateContent>
      <mc:AlternateContent xmlns:mc="http://schemas.openxmlformats.org/markup-compatibility/2006">
        <mc:Choice xmlns:p14="http://schemas.microsoft.com/office/powerpoint/2010/main" Requires="p14">
          <p:contentPart p14:bwMode="auto" r:id="rId14">
            <p14:nvContentPartPr>
              <p14:cNvPr id="1048903" name=""/>
              <p14:cNvContentPartPr/>
              <p14:nvPr/>
            </p14:nvContentPartPr>
            <p14:xfrm>
              <a:off x="6099390" y="3030348"/>
              <a:ext cx="101384" cy="145761"/>
            </p14:xfrm>
          </p:contentPart>
        </mc:Choice>
        <mc:Fallback>
          <p:sp>
            <p:nvSpPr>
              <p:cNvPr id="1048903" name=""/>
              <p:cNvSpPr/>
              <p:nvPr/>
            </p:nvSpPr>
            <p:spPr>
              <a:xfrm>
                <a:off x="6099390" y="3030348"/>
                <a:ext cx="101384" cy="145761"/>
              </a:xfrm>
            </p:spPr>
          </p:sp>
        </mc:Fallback>
      </mc:AlternateContent>
      <mc:AlternateContent xmlns:mc="http://schemas.openxmlformats.org/markup-compatibility/2006">
        <mc:Choice xmlns:p14="http://schemas.microsoft.com/office/powerpoint/2010/main" Requires="p14">
          <p:contentPart p14:bwMode="auto" r:id="rId15">
            <p14:nvContentPartPr>
              <p14:cNvPr id="1048904" name=""/>
              <p14:cNvContentPartPr/>
              <p14:nvPr/>
            </p14:nvContentPartPr>
            <p14:xfrm>
              <a:off x="6116848" y="2997756"/>
              <a:ext cx="239921" cy="239472"/>
            </p14:xfrm>
          </p:contentPart>
        </mc:Choice>
        <mc:Fallback>
          <p:sp>
            <p:nvSpPr>
              <p:cNvPr id="1048904" name=""/>
              <p:cNvSpPr/>
              <p:nvPr/>
            </p:nvSpPr>
            <p:spPr>
              <a:xfrm>
                <a:off x="6116848" y="2997756"/>
                <a:ext cx="239921" cy="239472"/>
              </a:xfrm>
            </p:spPr>
          </p:sp>
        </mc:Fallback>
      </mc:AlternateContent>
      <mc:AlternateContent xmlns:mc="http://schemas.openxmlformats.org/markup-compatibility/2006">
        <mc:Choice xmlns:p14="http://schemas.microsoft.com/office/powerpoint/2010/main" Requires="p14">
          <p:contentPart p14:bwMode="auto" r:id="rId16">
            <p14:nvContentPartPr>
              <p14:cNvPr id="1048905" name=""/>
              <p14:cNvContentPartPr/>
              <p14:nvPr/>
            </p14:nvContentPartPr>
            <p14:xfrm>
              <a:off x="6229550" y="2946552"/>
              <a:ext cx="183359" cy="249720"/>
            </p14:xfrm>
          </p:contentPart>
        </mc:Choice>
        <mc:Fallback>
          <p:sp>
            <p:nvSpPr>
              <p:cNvPr id="1048905" name=""/>
              <p:cNvSpPr/>
              <p:nvPr/>
            </p:nvSpPr>
            <p:spPr>
              <a:xfrm>
                <a:off x="6229550" y="2946552"/>
                <a:ext cx="183359" cy="249720"/>
              </a:xfrm>
            </p:spPr>
          </p:sp>
        </mc:Fallback>
      </mc:AlternateContent>
      <mc:AlternateContent xmlns:mc="http://schemas.openxmlformats.org/markup-compatibility/2006">
        <mc:Choice xmlns:p14="http://schemas.microsoft.com/office/powerpoint/2010/main" Requires="p14">
          <p:contentPart p14:bwMode="auto" r:id="rId17">
            <p14:nvContentPartPr>
              <p14:cNvPr id="1048906" name=""/>
              <p14:cNvContentPartPr/>
              <p14:nvPr/>
            </p14:nvContentPartPr>
            <p14:xfrm>
              <a:off x="6395005" y="2963207"/>
              <a:ext cx="49142" cy="151757"/>
            </p14:xfrm>
          </p:contentPart>
        </mc:Choice>
        <mc:Fallback>
          <p:sp>
            <p:nvSpPr>
              <p:cNvPr id="1048906" name=""/>
              <p:cNvSpPr/>
              <p:nvPr/>
            </p:nvSpPr>
            <p:spPr>
              <a:xfrm>
                <a:off x="6395005" y="2963207"/>
                <a:ext cx="49142" cy="151757"/>
              </a:xfrm>
            </p:spPr>
          </p:sp>
        </mc:Fallback>
      </mc:AlternateContent>
      <mc:AlternateContent xmlns:mc="http://schemas.openxmlformats.org/markup-compatibility/2006">
        <mc:Choice xmlns:p14="http://schemas.microsoft.com/office/powerpoint/2010/main" Requires="p14">
          <p:contentPart p14:bwMode="auto" r:id="rId18">
            <p14:nvContentPartPr>
              <p14:cNvPr id="1048907" name=""/>
              <p14:cNvContentPartPr/>
              <p14:nvPr/>
            </p14:nvContentPartPr>
            <p14:xfrm>
              <a:off x="6423180" y="2897234"/>
              <a:ext cx="183463" cy="199628"/>
            </p14:xfrm>
          </p:contentPart>
        </mc:Choice>
        <mc:Fallback>
          <p:sp>
            <p:nvSpPr>
              <p:cNvPr id="1048907" name=""/>
              <p:cNvSpPr/>
              <p:nvPr/>
            </p:nvSpPr>
            <p:spPr>
              <a:xfrm>
                <a:off x="6423180" y="2897234"/>
                <a:ext cx="183463" cy="199628"/>
              </a:xfrm>
            </p:spPr>
          </p:sp>
        </mc:Fallback>
      </mc:AlternateContent>
      <mc:AlternateContent xmlns:mc="http://schemas.openxmlformats.org/markup-compatibility/2006">
        <mc:Choice xmlns:p14="http://schemas.microsoft.com/office/powerpoint/2010/main" Requires="p14">
          <p:contentPart p14:bwMode="auto" r:id="rId19">
            <p14:nvContentPartPr>
              <p14:cNvPr id="1048908" name=""/>
              <p14:cNvContentPartPr/>
              <p14:nvPr/>
            </p14:nvContentPartPr>
            <p14:xfrm>
              <a:off x="6422066" y="2988258"/>
              <a:ext cx="109749" cy="107638"/>
            </p14:xfrm>
          </p:contentPart>
        </mc:Choice>
        <mc:Fallback>
          <p:sp>
            <p:nvSpPr>
              <p:cNvPr id="1048908" name=""/>
              <p:cNvSpPr/>
              <p:nvPr/>
            </p:nvSpPr>
            <p:spPr>
              <a:xfrm>
                <a:off x="6422066" y="2988258"/>
                <a:ext cx="109749" cy="107638"/>
              </a:xfrm>
            </p:spPr>
          </p:sp>
        </mc:Fallback>
      </mc:AlternateContent>
      <mc:AlternateContent xmlns:mc="http://schemas.openxmlformats.org/markup-compatibility/2006">
        <mc:Choice xmlns:p14="http://schemas.microsoft.com/office/powerpoint/2010/main" Requires="p14">
          <p:contentPart p14:bwMode="auto" r:id="rId20">
            <p14:nvContentPartPr>
              <p14:cNvPr id="1048909" name=""/>
              <p14:cNvContentPartPr/>
              <p14:nvPr/>
            </p14:nvContentPartPr>
            <p14:xfrm>
              <a:off x="6459149" y="2982390"/>
              <a:ext cx="73202" cy="162154"/>
            </p14:xfrm>
          </p:contentPart>
        </mc:Choice>
        <mc:Fallback>
          <p:sp>
            <p:nvSpPr>
              <p:cNvPr id="1048909" name=""/>
              <p:cNvSpPr/>
              <p:nvPr/>
            </p:nvSpPr>
            <p:spPr>
              <a:xfrm>
                <a:off x="6459149" y="2982390"/>
                <a:ext cx="73202" cy="162154"/>
              </a:xfrm>
            </p:spPr>
          </p:sp>
        </mc:Fallback>
      </mc:AlternateContent>
      <mc:AlternateContent xmlns:mc="http://schemas.openxmlformats.org/markup-compatibility/2006">
        <mc:Choice xmlns:p14="http://schemas.microsoft.com/office/powerpoint/2010/main" Requires="p14">
          <p:contentPart p14:bwMode="auto" r:id="rId21">
            <p14:nvContentPartPr>
              <p14:cNvPr id="1048910" name=""/>
              <p14:cNvContentPartPr/>
              <p14:nvPr/>
            </p14:nvContentPartPr>
            <p14:xfrm>
              <a:off x="6586197" y="2782765"/>
              <a:ext cx="205684" cy="148265"/>
            </p14:xfrm>
          </p:contentPart>
        </mc:Choice>
        <mc:Fallback>
          <p:sp>
            <p:nvSpPr>
              <p:cNvPr id="1048910" name=""/>
              <p:cNvSpPr/>
              <p:nvPr/>
            </p:nvSpPr>
            <p:spPr>
              <a:xfrm>
                <a:off x="6586197" y="2782765"/>
                <a:ext cx="205684" cy="148265"/>
              </a:xfrm>
            </p:spPr>
          </p:sp>
        </mc:Fallback>
      </mc:AlternateContent>
      <mc:AlternateContent xmlns:mc="http://schemas.openxmlformats.org/markup-compatibility/2006">
        <mc:Choice xmlns:p14="http://schemas.microsoft.com/office/powerpoint/2010/main" Requires="p14">
          <p:contentPart p14:bwMode="auto" r:id="rId22">
            <p14:nvContentPartPr>
              <p14:cNvPr id="1048911" name=""/>
              <p14:cNvContentPartPr/>
              <p14:nvPr/>
            </p14:nvContentPartPr>
            <p14:xfrm>
              <a:off x="6649369" y="2875973"/>
              <a:ext cx="155694" cy="158398"/>
            </p14:xfrm>
          </p:contentPart>
        </mc:Choice>
        <mc:Fallback>
          <p:sp>
            <p:nvSpPr>
              <p:cNvPr id="1048911" name=""/>
              <p:cNvSpPr/>
              <p:nvPr/>
            </p:nvSpPr>
            <p:spPr>
              <a:xfrm>
                <a:off x="6649369" y="2875973"/>
                <a:ext cx="155694" cy="158398"/>
              </a:xfrm>
            </p:spPr>
          </p:sp>
        </mc:Fallback>
      </mc:AlternateContent>
      <mc:AlternateContent xmlns:mc="http://schemas.openxmlformats.org/markup-compatibility/2006">
        <mc:Choice xmlns:p14="http://schemas.microsoft.com/office/powerpoint/2010/main" Requires="p14">
          <p:contentPart p14:bwMode="auto" r:id="rId23">
            <p14:nvContentPartPr>
              <p14:cNvPr id="1048912" name=""/>
              <p14:cNvContentPartPr/>
              <p14:nvPr/>
            </p14:nvContentPartPr>
            <p14:xfrm>
              <a:off x="6818132" y="2710828"/>
              <a:ext cx="211008" cy="209473"/>
            </p14:xfrm>
          </p:contentPart>
        </mc:Choice>
        <mc:Fallback>
          <p:sp>
            <p:nvSpPr>
              <p:cNvPr id="1048912" name=""/>
              <p:cNvSpPr/>
              <p:nvPr/>
            </p:nvSpPr>
            <p:spPr>
              <a:xfrm>
                <a:off x="6818132" y="2710828"/>
                <a:ext cx="211008" cy="209473"/>
              </a:xfrm>
            </p:spPr>
          </p:sp>
        </mc:Fallback>
      </mc:AlternateContent>
      <mc:AlternateContent xmlns:mc="http://schemas.openxmlformats.org/markup-compatibility/2006">
        <mc:Choice xmlns:p14="http://schemas.microsoft.com/office/powerpoint/2010/main" Requires="p14">
          <p:contentPart p14:bwMode="auto" r:id="rId24">
            <p14:nvContentPartPr>
              <p14:cNvPr id="1048913" name=""/>
              <p14:cNvContentPartPr/>
              <p14:nvPr/>
            </p14:nvContentPartPr>
            <p14:xfrm>
              <a:off x="7093394" y="2836718"/>
              <a:ext cx="0" cy="0"/>
            </p14:xfrm>
          </p:contentPart>
        </mc:Choice>
        <mc:Fallback>
          <p:sp>
            <p:nvSpPr>
              <p:cNvPr id="1048913" name=""/>
              <p:cNvSpPr/>
              <p:nvPr/>
            </p:nvSpPr>
            <p:spPr>
              <a:xfrm>
                <a:off x="7093394" y="2836718"/>
                <a:ext cx="0" cy="0"/>
              </a:xfrm>
            </p:spPr>
          </p:sp>
        </mc:Fallback>
      </mc:AlternateContent>
      <mc:AlternateContent xmlns:mc="http://schemas.openxmlformats.org/markup-compatibility/2006">
        <mc:Choice xmlns:p14="http://schemas.microsoft.com/office/powerpoint/2010/main" Requires="p14">
          <p:contentPart p14:bwMode="auto" r:id="rId25">
            <p14:nvContentPartPr>
              <p14:cNvPr id="1048914" name=""/>
              <p14:cNvContentPartPr/>
              <p14:nvPr/>
            </p14:nvContentPartPr>
            <p14:xfrm>
              <a:off x="6501222" y="3425414"/>
              <a:ext cx="191737" cy="205377"/>
            </p14:xfrm>
          </p:contentPart>
        </mc:Choice>
        <mc:Fallback>
          <p:sp>
            <p:nvSpPr>
              <p:cNvPr id="1048914" name=""/>
              <p:cNvSpPr/>
              <p:nvPr/>
            </p:nvSpPr>
            <p:spPr>
              <a:xfrm>
                <a:off x="6501222" y="3425414"/>
                <a:ext cx="191737" cy="205377"/>
              </a:xfrm>
            </p:spPr>
          </p:sp>
        </mc:Fallback>
      </mc:AlternateContent>
      <mc:AlternateContent xmlns:mc="http://schemas.openxmlformats.org/markup-compatibility/2006">
        <mc:Choice xmlns:p14="http://schemas.microsoft.com/office/powerpoint/2010/main" Requires="p14">
          <p:contentPart p14:bwMode="auto" r:id="rId26">
            <p14:nvContentPartPr>
              <p14:cNvPr id="1048915" name=""/>
              <p14:cNvContentPartPr/>
              <p14:nvPr/>
            </p14:nvContentPartPr>
            <p14:xfrm>
              <a:off x="6618609" y="3376246"/>
              <a:ext cx="91132" cy="153161"/>
            </p14:xfrm>
          </p:contentPart>
        </mc:Choice>
        <mc:Fallback>
          <p:sp>
            <p:nvSpPr>
              <p:cNvPr id="1048915" name=""/>
              <p:cNvSpPr/>
              <p:nvPr/>
            </p:nvSpPr>
            <p:spPr>
              <a:xfrm>
                <a:off x="6618609" y="3376246"/>
                <a:ext cx="91132" cy="153161"/>
              </a:xfrm>
            </p:spPr>
          </p:sp>
        </mc:Fallback>
      </mc:AlternateContent>
      <mc:AlternateContent xmlns:mc="http://schemas.openxmlformats.org/markup-compatibility/2006">
        <mc:Choice xmlns:p14="http://schemas.microsoft.com/office/powerpoint/2010/main" Requires="p14">
          <p:contentPart p14:bwMode="auto" r:id="rId27">
            <p14:nvContentPartPr>
              <p14:cNvPr id="1048916" name=""/>
              <p14:cNvContentPartPr/>
              <p14:nvPr/>
            </p14:nvContentPartPr>
            <p14:xfrm>
              <a:off x="6717523" y="3396628"/>
              <a:ext cx="85165" cy="191629"/>
            </p14:xfrm>
          </p:contentPart>
        </mc:Choice>
        <mc:Fallback>
          <p:sp>
            <p:nvSpPr>
              <p:cNvPr id="1048916" name=""/>
              <p:cNvSpPr/>
              <p:nvPr/>
            </p:nvSpPr>
            <p:spPr>
              <a:xfrm>
                <a:off x="6717523" y="3396628"/>
                <a:ext cx="85165" cy="191629"/>
              </a:xfrm>
            </p:spPr>
          </p:sp>
        </mc:Fallback>
      </mc:AlternateContent>
      <mc:AlternateContent xmlns:mc="http://schemas.openxmlformats.org/markup-compatibility/2006">
        <mc:Choice xmlns:p14="http://schemas.microsoft.com/office/powerpoint/2010/main" Requires="p14">
          <p:contentPart p14:bwMode="auto" r:id="rId28">
            <p14:nvContentPartPr>
              <p14:cNvPr id="1048917" name=""/>
              <p14:cNvContentPartPr/>
              <p14:nvPr/>
            </p14:nvContentPartPr>
            <p14:xfrm>
              <a:off x="6807444" y="3236709"/>
              <a:ext cx="165453" cy="204864"/>
            </p14:xfrm>
          </p:contentPart>
        </mc:Choice>
        <mc:Fallback>
          <p:sp>
            <p:nvSpPr>
              <p:cNvPr id="1048917" name=""/>
              <p:cNvSpPr/>
              <p:nvPr/>
            </p:nvSpPr>
            <p:spPr>
              <a:xfrm>
                <a:off x="6807444" y="3236709"/>
                <a:ext cx="165453" cy="204864"/>
              </a:xfrm>
            </p:spPr>
          </p:sp>
        </mc:Fallback>
      </mc:AlternateContent>
      <mc:AlternateContent xmlns:mc="http://schemas.openxmlformats.org/markup-compatibility/2006">
        <mc:Choice xmlns:p14="http://schemas.microsoft.com/office/powerpoint/2010/main" Requires="p14">
          <p:contentPart p14:bwMode="auto" r:id="rId29">
            <p14:nvContentPartPr>
              <p14:cNvPr id="1048918" name=""/>
              <p14:cNvContentPartPr/>
              <p14:nvPr/>
            </p14:nvContentPartPr>
            <p14:xfrm>
              <a:off x="6767879" y="3297115"/>
              <a:ext cx="34520" cy="243929"/>
            </p14:xfrm>
          </p:contentPart>
        </mc:Choice>
        <mc:Fallback>
          <p:sp>
            <p:nvSpPr>
              <p:cNvPr id="1048918" name=""/>
              <p:cNvSpPr/>
              <p:nvPr/>
            </p:nvSpPr>
            <p:spPr>
              <a:xfrm>
                <a:off x="6767879" y="3297115"/>
                <a:ext cx="34520" cy="243929"/>
              </a:xfrm>
            </p:spPr>
          </p:sp>
        </mc:Fallback>
      </mc:AlternateContent>
      <mc:AlternateContent xmlns:mc="http://schemas.openxmlformats.org/markup-compatibility/2006">
        <mc:Choice xmlns:p14="http://schemas.microsoft.com/office/powerpoint/2010/main" Requires="p14">
          <p:contentPart p14:bwMode="auto" r:id="rId30">
            <p14:nvContentPartPr>
              <p14:cNvPr id="1048919" name=""/>
              <p14:cNvContentPartPr/>
              <p14:nvPr/>
            </p14:nvContentPartPr>
            <p14:xfrm>
              <a:off x="6817036" y="3431035"/>
              <a:ext cx="268581" cy="41705"/>
            </p14:xfrm>
          </p:contentPart>
        </mc:Choice>
        <mc:Fallback>
          <p:sp>
            <p:nvSpPr>
              <p:cNvPr id="1048919" name=""/>
              <p:cNvSpPr/>
              <p:nvPr/>
            </p:nvSpPr>
            <p:spPr>
              <a:xfrm>
                <a:off x="6817036" y="3431035"/>
                <a:ext cx="268581" cy="41705"/>
              </a:xfrm>
            </p:spPr>
          </p:sp>
        </mc:Fallback>
      </mc:AlternateContent>
      <mc:AlternateContent xmlns:mc="http://schemas.openxmlformats.org/markup-compatibility/2006">
        <mc:Choice xmlns:p14="http://schemas.microsoft.com/office/powerpoint/2010/main" Requires="p14">
          <p:contentPart p14:bwMode="auto" r:id="rId31">
            <p14:nvContentPartPr>
              <p14:cNvPr id="1048920" name=""/>
              <p14:cNvContentPartPr/>
              <p14:nvPr/>
            </p14:nvContentPartPr>
            <p14:xfrm>
              <a:off x="7022056" y="3182296"/>
              <a:ext cx="167785" cy="179016"/>
            </p14:xfrm>
          </p:contentPart>
        </mc:Choice>
        <mc:Fallback>
          <p:sp>
            <p:nvSpPr>
              <p:cNvPr id="1048920" name=""/>
              <p:cNvSpPr/>
              <p:nvPr/>
            </p:nvSpPr>
            <p:spPr>
              <a:xfrm>
                <a:off x="7022056" y="3182296"/>
                <a:ext cx="167785" cy="179016"/>
              </a:xfrm>
            </p:spPr>
          </p:sp>
        </mc:Fallback>
      </mc:AlternateContent>
      <mc:AlternateContent xmlns:mc="http://schemas.openxmlformats.org/markup-compatibility/2006">
        <mc:Choice xmlns:p14="http://schemas.microsoft.com/office/powerpoint/2010/main" Requires="p14">
          <p:contentPart p14:bwMode="auto" r:id="rId32">
            <p14:nvContentPartPr>
              <p14:cNvPr id="1048921" name=""/>
              <p14:cNvContentPartPr/>
              <p14:nvPr/>
            </p14:nvContentPartPr>
            <p14:xfrm>
              <a:off x="7182116" y="3003251"/>
              <a:ext cx="152830" cy="129008"/>
            </p14:xfrm>
          </p:contentPart>
        </mc:Choice>
        <mc:Fallback>
          <p:sp>
            <p:nvSpPr>
              <p:cNvPr id="1048921" name=""/>
              <p:cNvSpPr/>
              <p:nvPr/>
            </p:nvSpPr>
            <p:spPr>
              <a:xfrm>
                <a:off x="7182116" y="3003251"/>
                <a:ext cx="152830" cy="129008"/>
              </a:xfrm>
            </p:spPr>
          </p:sp>
        </mc:Fallback>
      </mc:AlternateContent>
      <mc:AlternateContent xmlns:mc="http://schemas.openxmlformats.org/markup-compatibility/2006">
        <mc:Choice xmlns:p14="http://schemas.microsoft.com/office/powerpoint/2010/main" Requires="p14">
          <p:contentPart p14:bwMode="auto" r:id="rId33">
            <p14:nvContentPartPr>
              <p14:cNvPr id="1048922" name=""/>
              <p14:cNvContentPartPr/>
              <p14:nvPr/>
            </p14:nvContentPartPr>
            <p14:xfrm>
              <a:off x="7225878" y="3026152"/>
              <a:ext cx="54316" cy="57932"/>
            </p14:xfrm>
          </p:contentPart>
        </mc:Choice>
        <mc:Fallback>
          <p:sp>
            <p:nvSpPr>
              <p:cNvPr id="1048922" name=""/>
              <p:cNvSpPr/>
              <p:nvPr/>
            </p:nvSpPr>
            <p:spPr>
              <a:xfrm>
                <a:off x="7225878" y="3026152"/>
                <a:ext cx="54316" cy="57932"/>
              </a:xfrm>
            </p:spPr>
          </p:sp>
        </mc:Fallback>
      </mc:AlternateContent>
      <mc:AlternateContent xmlns:mc="http://schemas.openxmlformats.org/markup-compatibility/2006">
        <mc:Choice xmlns:p14="http://schemas.microsoft.com/office/powerpoint/2010/main" Requires="p14">
          <p:contentPart p14:bwMode="auto" r:id="rId34">
            <p14:nvContentPartPr>
              <p14:cNvPr id="1048923" name=""/>
              <p14:cNvContentPartPr/>
              <p14:nvPr/>
            </p14:nvContentPartPr>
            <p14:xfrm>
              <a:off x="7268012" y="2954215"/>
              <a:ext cx="237709" cy="309688"/>
            </p14:xfrm>
          </p:contentPart>
        </mc:Choice>
        <mc:Fallback>
          <p:sp>
            <p:nvSpPr>
              <p:cNvPr id="1048923" name=""/>
              <p:cNvSpPr/>
              <p:nvPr/>
            </p:nvSpPr>
            <p:spPr>
              <a:xfrm>
                <a:off x="7268012" y="2954215"/>
                <a:ext cx="237709" cy="309688"/>
              </a:xfrm>
            </p:spPr>
          </p:sp>
        </mc:Fallback>
      </mc:AlternateContent>
      <mc:AlternateContent xmlns:mc="http://schemas.openxmlformats.org/markup-compatibility/2006">
        <mc:Choice xmlns:p14="http://schemas.microsoft.com/office/powerpoint/2010/main" Requires="p14">
          <p:contentPart p14:bwMode="auto" r:id="rId35">
            <p14:nvContentPartPr>
              <p14:cNvPr id="1048924" name=""/>
              <p14:cNvContentPartPr/>
              <p14:nvPr/>
            </p14:nvContentPartPr>
            <p14:xfrm>
              <a:off x="7609542" y="3090296"/>
              <a:ext cx="0" cy="0"/>
            </p14:xfrm>
          </p:contentPart>
        </mc:Choice>
        <mc:Fallback>
          <p:sp>
            <p:nvSpPr>
              <p:cNvPr id="1048924" name=""/>
              <p:cNvSpPr/>
              <p:nvPr/>
            </p:nvSpPr>
            <p:spPr>
              <a:xfrm>
                <a:off x="7609542" y="3090296"/>
                <a:ext cx="0" cy="0"/>
              </a:xfrm>
            </p:spPr>
          </p:sp>
        </mc:Fallback>
      </mc:AlternateContent>
      <mc:AlternateContent xmlns:mc="http://schemas.openxmlformats.org/markup-compatibility/2006">
        <mc:Choice xmlns:p14="http://schemas.microsoft.com/office/powerpoint/2010/main" Requires="p14">
          <p:contentPart p14:bwMode="auto" r:id="rId36">
            <p14:nvContentPartPr>
              <p14:cNvPr id="1048925" name=""/>
              <p14:cNvContentPartPr/>
              <p14:nvPr/>
            </p14:nvContentPartPr>
            <p14:xfrm>
              <a:off x="6806246" y="3858499"/>
              <a:ext cx="133918" cy="80753"/>
            </p14:xfrm>
          </p:contentPart>
        </mc:Choice>
        <mc:Fallback>
          <p:sp>
            <p:nvSpPr>
              <p:cNvPr id="1048925" name=""/>
              <p:cNvSpPr/>
              <p:nvPr/>
            </p:nvSpPr>
            <p:spPr>
              <a:xfrm>
                <a:off x="6806246" y="3858499"/>
                <a:ext cx="133918" cy="80753"/>
              </a:xfrm>
            </p:spPr>
          </p:sp>
        </mc:Fallback>
      </mc:AlternateContent>
      <mc:AlternateContent xmlns:mc="http://schemas.openxmlformats.org/markup-compatibility/2006">
        <mc:Choice xmlns:p14="http://schemas.microsoft.com/office/powerpoint/2010/main" Requires="p14">
          <p:contentPart p14:bwMode="auto" r:id="rId37">
            <p14:nvContentPartPr>
              <p14:cNvPr id="1048926" name=""/>
              <p14:cNvContentPartPr/>
              <p14:nvPr/>
            </p14:nvContentPartPr>
            <p14:xfrm>
              <a:off x="6890171" y="3872012"/>
              <a:ext cx="163760" cy="200306"/>
            </p14:xfrm>
          </p:contentPart>
        </mc:Choice>
        <mc:Fallback>
          <p:sp>
            <p:nvSpPr>
              <p:cNvPr id="1048926" name=""/>
              <p:cNvSpPr/>
              <p:nvPr/>
            </p:nvSpPr>
            <p:spPr>
              <a:xfrm>
                <a:off x="6890171" y="3872012"/>
                <a:ext cx="163760" cy="200306"/>
              </a:xfrm>
            </p:spPr>
          </p:sp>
        </mc:Fallback>
      </mc:AlternateContent>
      <mc:AlternateContent xmlns:mc="http://schemas.openxmlformats.org/markup-compatibility/2006">
        <mc:Choice xmlns:p14="http://schemas.microsoft.com/office/powerpoint/2010/main" Requires="p14">
          <p:contentPart p14:bwMode="auto" r:id="rId38">
            <p14:nvContentPartPr>
              <p14:cNvPr id="1048927" name=""/>
              <p14:cNvContentPartPr/>
              <p14:nvPr/>
            </p14:nvContentPartPr>
            <p14:xfrm>
              <a:off x="7044310" y="3735332"/>
              <a:ext cx="169465" cy="145791"/>
            </p14:xfrm>
          </p:contentPart>
        </mc:Choice>
        <mc:Fallback>
          <p:sp>
            <p:nvSpPr>
              <p:cNvPr id="1048927" name=""/>
              <p:cNvSpPr/>
              <p:nvPr/>
            </p:nvSpPr>
            <p:spPr>
              <a:xfrm>
                <a:off x="7044310" y="3735332"/>
                <a:ext cx="169465" cy="145791"/>
              </a:xfrm>
            </p:spPr>
          </p:sp>
        </mc:Fallback>
      </mc:AlternateContent>
      <mc:AlternateContent xmlns:mc="http://schemas.openxmlformats.org/markup-compatibility/2006">
        <mc:Choice xmlns:p14="http://schemas.microsoft.com/office/powerpoint/2010/main" Requires="p14">
          <p:contentPart p14:bwMode="auto" r:id="rId39">
            <p14:nvContentPartPr>
              <p14:cNvPr id="1048928" name=""/>
              <p14:cNvContentPartPr/>
              <p14:nvPr/>
            </p14:nvContentPartPr>
            <p14:xfrm>
              <a:off x="7103586" y="3888798"/>
              <a:ext cx="49193" cy="85905"/>
            </p14:xfrm>
          </p:contentPart>
        </mc:Choice>
        <mc:Fallback>
          <p:sp>
            <p:nvSpPr>
              <p:cNvPr id="1048928" name=""/>
              <p:cNvSpPr/>
              <p:nvPr/>
            </p:nvSpPr>
            <p:spPr>
              <a:xfrm>
                <a:off x="7103586" y="3888798"/>
                <a:ext cx="49193" cy="85905"/>
              </a:xfrm>
            </p:spPr>
          </p:sp>
        </mc:Fallback>
      </mc:AlternateContent>
      <mc:AlternateContent xmlns:mc="http://schemas.openxmlformats.org/markup-compatibility/2006">
        <mc:Choice xmlns:p14="http://schemas.microsoft.com/office/powerpoint/2010/main" Requires="p14">
          <p:contentPart p14:bwMode="auto" r:id="rId40">
            <p14:nvContentPartPr>
              <p14:cNvPr id="1048929" name=""/>
              <p14:cNvContentPartPr/>
              <p14:nvPr/>
            </p14:nvContentPartPr>
            <p14:xfrm>
              <a:off x="7193506" y="3590257"/>
              <a:ext cx="161407" cy="134284"/>
            </p14:xfrm>
          </p:contentPart>
        </mc:Choice>
        <mc:Fallback>
          <p:sp>
            <p:nvSpPr>
              <p:cNvPr id="1048929" name=""/>
              <p:cNvSpPr/>
              <p:nvPr/>
            </p:nvSpPr>
            <p:spPr>
              <a:xfrm>
                <a:off x="7193506" y="3590257"/>
                <a:ext cx="161407" cy="134284"/>
              </a:xfrm>
            </p:spPr>
          </p:sp>
        </mc:Fallback>
      </mc:AlternateContent>
      <mc:AlternateContent xmlns:mc="http://schemas.openxmlformats.org/markup-compatibility/2006">
        <mc:Choice xmlns:p14="http://schemas.microsoft.com/office/powerpoint/2010/main" Requires="p14">
          <p:contentPart p14:bwMode="auto" r:id="rId41">
            <p14:nvContentPartPr>
              <p14:cNvPr id="1048930" name=""/>
              <p14:cNvContentPartPr/>
              <p14:nvPr/>
            </p14:nvContentPartPr>
            <p14:xfrm>
              <a:off x="7233071" y="3690371"/>
              <a:ext cx="65144" cy="130435"/>
            </p14:xfrm>
          </p:contentPart>
        </mc:Choice>
        <mc:Fallback>
          <p:sp>
            <p:nvSpPr>
              <p:cNvPr id="1048930" name=""/>
              <p:cNvSpPr/>
              <p:nvPr/>
            </p:nvSpPr>
            <p:spPr>
              <a:xfrm>
                <a:off x="7233071" y="3690371"/>
                <a:ext cx="65144" cy="130435"/>
              </a:xfrm>
            </p:spPr>
          </p:sp>
        </mc:Fallback>
      </mc:AlternateContent>
      <mc:AlternateContent xmlns:mc="http://schemas.openxmlformats.org/markup-compatibility/2006">
        <mc:Choice xmlns:p14="http://schemas.microsoft.com/office/powerpoint/2010/main" Requires="p14">
          <p:contentPart p14:bwMode="auto" r:id="rId42">
            <p14:nvContentPartPr>
              <p14:cNvPr id="1048931" name=""/>
              <p14:cNvContentPartPr/>
              <p14:nvPr/>
            </p14:nvContentPartPr>
            <p14:xfrm>
              <a:off x="7253454" y="3548895"/>
              <a:ext cx="177660" cy="232694"/>
            </p14:xfrm>
          </p:contentPart>
        </mc:Choice>
        <mc:Fallback>
          <p:sp>
            <p:nvSpPr>
              <p:cNvPr id="1048931" name=""/>
              <p:cNvSpPr/>
              <p:nvPr/>
            </p:nvSpPr>
            <p:spPr>
              <a:xfrm>
                <a:off x="7253454" y="3548895"/>
                <a:ext cx="177660" cy="232694"/>
              </a:xfrm>
            </p:spPr>
          </p:sp>
        </mc:Fallback>
      </mc:AlternateContent>
      <mc:AlternateContent xmlns:mc="http://schemas.openxmlformats.org/markup-compatibility/2006">
        <mc:Choice xmlns:p14="http://schemas.microsoft.com/office/powerpoint/2010/main" Requires="p14">
          <p:contentPart p14:bwMode="auto" r:id="rId43">
            <p14:nvContentPartPr>
              <p14:cNvPr id="1048932" name=""/>
              <p14:cNvContentPartPr/>
              <p14:nvPr/>
            </p14:nvContentPartPr>
            <p14:xfrm>
              <a:off x="7265442" y="3525515"/>
              <a:ext cx="73773" cy="251738"/>
            </p14:xfrm>
          </p:contentPart>
        </mc:Choice>
        <mc:Fallback>
          <p:sp>
            <p:nvSpPr>
              <p:cNvPr id="1048932" name=""/>
              <p:cNvSpPr/>
              <p:nvPr/>
            </p:nvSpPr>
            <p:spPr>
              <a:xfrm>
                <a:off x="7265442" y="3525515"/>
                <a:ext cx="73773" cy="251738"/>
              </a:xfrm>
            </p:spPr>
          </p:sp>
        </mc:Fallback>
      </mc:AlternateContent>
      <mc:AlternateContent xmlns:mc="http://schemas.openxmlformats.org/markup-compatibility/2006">
        <mc:Choice xmlns:p14="http://schemas.microsoft.com/office/powerpoint/2010/main" Requires="p14">
          <p:contentPart p14:bwMode="auto" r:id="rId44">
            <p14:nvContentPartPr>
              <p14:cNvPr id="1048933" name=""/>
              <p14:cNvContentPartPr/>
              <p14:nvPr/>
            </p14:nvContentPartPr>
            <p14:xfrm>
              <a:off x="7418310" y="3442584"/>
              <a:ext cx="206179" cy="201754"/>
            </p14:xfrm>
          </p:contentPart>
        </mc:Choice>
        <mc:Fallback>
          <p:sp>
            <p:nvSpPr>
              <p:cNvPr id="1048933" name=""/>
              <p:cNvSpPr/>
              <p:nvPr/>
            </p:nvSpPr>
            <p:spPr>
              <a:xfrm>
                <a:off x="7418310" y="3442584"/>
                <a:ext cx="206179" cy="201754"/>
              </a:xfrm>
            </p:spPr>
          </p:sp>
        </mc:Fallback>
      </mc:AlternateContent>
      <mc:AlternateContent xmlns:mc="http://schemas.openxmlformats.org/markup-compatibility/2006">
        <mc:Choice xmlns:p14="http://schemas.microsoft.com/office/powerpoint/2010/main" Requires="p14">
          <p:contentPart p14:bwMode="auto" r:id="rId45">
            <p14:nvContentPartPr>
              <p14:cNvPr id="1048934" name=""/>
              <p14:cNvContentPartPr/>
              <p14:nvPr/>
            </p14:nvContentPartPr>
            <p14:xfrm>
              <a:off x="7523816" y="3504534"/>
              <a:ext cx="222097" cy="151844"/>
            </p14:xfrm>
          </p:contentPart>
        </mc:Choice>
        <mc:Fallback>
          <p:sp>
            <p:nvSpPr>
              <p:cNvPr id="1048934" name=""/>
              <p:cNvSpPr/>
              <p:nvPr/>
            </p:nvSpPr>
            <p:spPr>
              <a:xfrm>
                <a:off x="7523816" y="3504534"/>
                <a:ext cx="222097" cy="151844"/>
              </a:xfrm>
            </p:spPr>
          </p:sp>
        </mc:Fallback>
      </mc:AlternateContent>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WPS 演示</Application>
  <ScaleCrop>0</ScaleCrop>
  <Company>CHINA</Company>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幻灯片 1</dc:title>
  <dc:creator>USER</dc:creator>
  <cp:lastModifiedBy>Administrator</cp:lastModifiedBy>
  <dcterms:created xsi:type="dcterms:W3CDTF">2010-06-07T21:01:25Z</dcterms:created>
  <dcterms:modified xsi:type="dcterms:W3CDTF">2025-03-05T01:51:19Z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2052-11.1.0.9440</vt:lpwstr>
  </property>
  <property fmtid="{D5CDD505-2E9C-101B-9397-08002B2CF9AE}" pid="3" name="ICV">
    <vt:lpwstr>0bfc7e86215746a595c7e56a39fd324a</vt:lpwstr>
  </property>
</Properties>
</file>